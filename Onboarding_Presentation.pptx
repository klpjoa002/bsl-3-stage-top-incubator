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25" r:id="rId5"/>
    <p:sldId id="326" r:id="rId6"/>
    <p:sldId id="264" r:id="rId7"/>
    <p:sldId id="259" r:id="rId8"/>
    <p:sldId id="257" r:id="rId9"/>
    <p:sldId id="261" r:id="rId10"/>
    <p:sldId id="258" r:id="rId11"/>
    <p:sldId id="263" r:id="rId12"/>
    <p:sldId id="265" r:id="rId13"/>
    <p:sldId id="268" r:id="rId14"/>
    <p:sldId id="267" r:id="rId15"/>
    <p:sldId id="266" r:id="rId16"/>
    <p:sldId id="34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77378" autoAdjust="0"/>
  </p:normalViewPr>
  <p:slideViewPr>
    <p:cSldViewPr snapToGrid="0">
      <p:cViewPr varScale="1">
        <p:scale>
          <a:sx n="90" d="100"/>
          <a:sy n="90" d="100"/>
        </p:scale>
        <p:origin x="1398" y="306"/>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816"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b Kloppers" userId="bcab5db0-8267-4c54-83c3-7ddba1e5c6be" providerId="ADAL" clId="{90E0EE0E-984C-4547-AADC-7DD4534EA015}"/>
    <pc:docChg chg="undo custSel addSld delSld modSld sldOrd">
      <pc:chgData name="Joab Kloppers" userId="bcab5db0-8267-4c54-83c3-7ddba1e5c6be" providerId="ADAL" clId="{90E0EE0E-984C-4547-AADC-7DD4534EA015}" dt="2026-02-04T11:15:20.449" v="7731" actId="20577"/>
      <pc:docMkLst>
        <pc:docMk/>
      </pc:docMkLst>
      <pc:sldChg chg="mod modShow">
        <pc:chgData name="Joab Kloppers" userId="bcab5db0-8267-4c54-83c3-7ddba1e5c6be" providerId="ADAL" clId="{90E0EE0E-984C-4547-AADC-7DD4534EA015}" dt="2026-02-02T07:26:42.609" v="7702" actId="729"/>
        <pc:sldMkLst>
          <pc:docMk/>
          <pc:sldMk cId="435195399" sldId="257"/>
        </pc:sldMkLst>
      </pc:sldChg>
      <pc:sldChg chg="mod modShow">
        <pc:chgData name="Joab Kloppers" userId="bcab5db0-8267-4c54-83c3-7ddba1e5c6be" providerId="ADAL" clId="{90E0EE0E-984C-4547-AADC-7DD4534EA015}" dt="2026-02-02T07:26:53.099" v="7703" actId="729"/>
        <pc:sldMkLst>
          <pc:docMk/>
          <pc:sldMk cId="3058085568" sldId="258"/>
        </pc:sldMkLst>
      </pc:sldChg>
      <pc:sldChg chg="mod modShow">
        <pc:chgData name="Joab Kloppers" userId="bcab5db0-8267-4c54-83c3-7ddba1e5c6be" providerId="ADAL" clId="{90E0EE0E-984C-4547-AADC-7DD4534EA015}" dt="2026-02-02T07:26:31.974" v="7701" actId="729"/>
        <pc:sldMkLst>
          <pc:docMk/>
          <pc:sldMk cId="1008037533" sldId="259"/>
        </pc:sldMkLst>
      </pc:sldChg>
      <pc:sldChg chg="mod modShow">
        <pc:chgData name="Joab Kloppers" userId="bcab5db0-8267-4c54-83c3-7ddba1e5c6be" providerId="ADAL" clId="{90E0EE0E-984C-4547-AADC-7DD4534EA015}" dt="2026-02-02T07:26:53.099" v="7703" actId="729"/>
        <pc:sldMkLst>
          <pc:docMk/>
          <pc:sldMk cId="3666674671" sldId="261"/>
        </pc:sldMkLst>
      </pc:sldChg>
      <pc:sldChg chg="mod modShow">
        <pc:chgData name="Joab Kloppers" userId="bcab5db0-8267-4c54-83c3-7ddba1e5c6be" providerId="ADAL" clId="{90E0EE0E-984C-4547-AADC-7DD4534EA015}" dt="2026-02-02T07:26:53.099" v="7703" actId="729"/>
        <pc:sldMkLst>
          <pc:docMk/>
          <pc:sldMk cId="2737241225" sldId="263"/>
        </pc:sldMkLst>
      </pc:sldChg>
      <pc:sldChg chg="modSp mod ord modNotesTx">
        <pc:chgData name="Joab Kloppers" userId="bcab5db0-8267-4c54-83c3-7ddba1e5c6be" providerId="ADAL" clId="{90E0EE0E-984C-4547-AADC-7DD4534EA015}" dt="2026-01-27T14:57:51.378" v="7696" actId="5793"/>
        <pc:sldMkLst>
          <pc:docMk/>
          <pc:sldMk cId="837402205" sldId="264"/>
        </pc:sldMkLst>
        <pc:spChg chg="mod">
          <ac:chgData name="Joab Kloppers" userId="bcab5db0-8267-4c54-83c3-7ddba1e5c6be" providerId="ADAL" clId="{90E0EE0E-984C-4547-AADC-7DD4534EA015}" dt="2026-01-27T08:06:49.398" v="4010" actId="20577"/>
          <ac:spMkLst>
            <pc:docMk/>
            <pc:sldMk cId="837402205" sldId="264"/>
            <ac:spMk id="2" creationId="{47A9874B-BCA9-8420-1595-EDD1865A099A}"/>
          </ac:spMkLst>
        </pc:spChg>
        <pc:spChg chg="mod">
          <ac:chgData name="Joab Kloppers" userId="bcab5db0-8267-4c54-83c3-7ddba1e5c6be" providerId="ADAL" clId="{90E0EE0E-984C-4547-AADC-7DD4534EA015}" dt="2026-01-27T14:06:40.985" v="4495" actId="20577"/>
          <ac:spMkLst>
            <pc:docMk/>
            <pc:sldMk cId="837402205" sldId="264"/>
            <ac:spMk id="3" creationId="{68A5FD2B-E3E5-1C2B-0151-21F216B14A33}"/>
          </ac:spMkLst>
        </pc:spChg>
        <pc:spChg chg="mod">
          <ac:chgData name="Joab Kloppers" userId="bcab5db0-8267-4c54-83c3-7ddba1e5c6be" providerId="ADAL" clId="{90E0EE0E-984C-4547-AADC-7DD4534EA015}" dt="2026-01-27T14:20:02.694" v="4720" actId="5793"/>
          <ac:spMkLst>
            <pc:docMk/>
            <pc:sldMk cId="837402205" sldId="264"/>
            <ac:spMk id="4" creationId="{ACFBB810-3430-2C29-1AA0-9744AA0A1AA3}"/>
          </ac:spMkLst>
        </pc:spChg>
      </pc:sldChg>
      <pc:sldChg chg="mod modShow">
        <pc:chgData name="Joab Kloppers" userId="bcab5db0-8267-4c54-83c3-7ddba1e5c6be" providerId="ADAL" clId="{90E0EE0E-984C-4547-AADC-7DD4534EA015}" dt="2026-02-02T07:26:53.099" v="7703" actId="729"/>
        <pc:sldMkLst>
          <pc:docMk/>
          <pc:sldMk cId="729609147" sldId="265"/>
        </pc:sldMkLst>
      </pc:sldChg>
      <pc:sldChg chg="mod modShow">
        <pc:chgData name="Joab Kloppers" userId="bcab5db0-8267-4c54-83c3-7ddba1e5c6be" providerId="ADAL" clId="{90E0EE0E-984C-4547-AADC-7DD4534EA015}" dt="2026-02-02T07:26:53.099" v="7703" actId="729"/>
        <pc:sldMkLst>
          <pc:docMk/>
          <pc:sldMk cId="643777997" sldId="266"/>
        </pc:sldMkLst>
      </pc:sldChg>
      <pc:sldChg chg="mod modShow">
        <pc:chgData name="Joab Kloppers" userId="bcab5db0-8267-4c54-83c3-7ddba1e5c6be" providerId="ADAL" clId="{90E0EE0E-984C-4547-AADC-7DD4534EA015}" dt="2026-02-02T07:26:53.099" v="7703" actId="729"/>
        <pc:sldMkLst>
          <pc:docMk/>
          <pc:sldMk cId="3604630649" sldId="267"/>
        </pc:sldMkLst>
      </pc:sldChg>
      <pc:sldChg chg="mod modShow">
        <pc:chgData name="Joab Kloppers" userId="bcab5db0-8267-4c54-83c3-7ddba1e5c6be" providerId="ADAL" clId="{90E0EE0E-984C-4547-AADC-7DD4534EA015}" dt="2026-02-02T07:26:53.099" v="7703" actId="729"/>
        <pc:sldMkLst>
          <pc:docMk/>
          <pc:sldMk cId="4259977132" sldId="268"/>
        </pc:sldMkLst>
      </pc:sldChg>
      <pc:sldChg chg="modSp mod">
        <pc:chgData name="Joab Kloppers" userId="bcab5db0-8267-4c54-83c3-7ddba1e5c6be" providerId="ADAL" clId="{90E0EE0E-984C-4547-AADC-7DD4534EA015}" dt="2026-02-04T11:15:20.449" v="7731" actId="20577"/>
        <pc:sldMkLst>
          <pc:docMk/>
          <pc:sldMk cId="855215445" sldId="325"/>
        </pc:sldMkLst>
        <pc:spChg chg="mod">
          <ac:chgData name="Joab Kloppers" userId="bcab5db0-8267-4c54-83c3-7ddba1e5c6be" providerId="ADAL" clId="{90E0EE0E-984C-4547-AADC-7DD4534EA015}" dt="2026-02-04T11:15:20.449" v="7731" actId="20577"/>
          <ac:spMkLst>
            <pc:docMk/>
            <pc:sldMk cId="855215445" sldId="325"/>
            <ac:spMk id="4" creationId="{305E10E9-9AB7-0642-D4C4-DDFDAB7B5B2C}"/>
          </ac:spMkLst>
        </pc:spChg>
      </pc:sldChg>
      <pc:sldChg chg="addSp delSp modSp mod modNotesTx">
        <pc:chgData name="Joab Kloppers" userId="bcab5db0-8267-4c54-83c3-7ddba1e5c6be" providerId="ADAL" clId="{90E0EE0E-984C-4547-AADC-7DD4534EA015}" dt="2026-02-02T07:25:18.742" v="7698" actId="14100"/>
        <pc:sldMkLst>
          <pc:docMk/>
          <pc:sldMk cId="2910866480" sldId="326"/>
        </pc:sldMkLst>
        <pc:spChg chg="add mod">
          <ac:chgData name="Joab Kloppers" userId="bcab5db0-8267-4c54-83c3-7ddba1e5c6be" providerId="ADAL" clId="{90E0EE0E-984C-4547-AADC-7DD4534EA015}" dt="2026-01-27T08:04:46.232" v="3957" actId="1076"/>
          <ac:spMkLst>
            <pc:docMk/>
            <pc:sldMk cId="2910866480" sldId="326"/>
            <ac:spMk id="9" creationId="{7DB5B9F5-CCD3-E801-9886-CF7A979EA539}"/>
          </ac:spMkLst>
        </pc:spChg>
        <pc:picChg chg="add mod">
          <ac:chgData name="Joab Kloppers" userId="bcab5db0-8267-4c54-83c3-7ddba1e5c6be" providerId="ADAL" clId="{90E0EE0E-984C-4547-AADC-7DD4534EA015}" dt="2026-02-02T07:25:18.742" v="7698" actId="14100"/>
          <ac:picMkLst>
            <pc:docMk/>
            <pc:sldMk cId="2910866480" sldId="326"/>
            <ac:picMk id="11" creationId="{E33E74C7-99AB-786E-B042-51476A2C4847}"/>
          </ac:picMkLst>
        </pc:picChg>
      </pc:sldChg>
      <pc:sldChg chg="mod modShow">
        <pc:chgData name="Joab Kloppers" userId="bcab5db0-8267-4c54-83c3-7ddba1e5c6be" providerId="ADAL" clId="{90E0EE0E-984C-4547-AADC-7DD4534EA015}" dt="2026-02-02T07:26:53.099" v="7703" actId="729"/>
        <pc:sldMkLst>
          <pc:docMk/>
          <pc:sldMk cId="487522735" sldId="3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A966AA-C2D0-420D-89FC-1A1AB0AD4072}" type="doc">
      <dgm:prSet loTypeId="urn:microsoft.com/office/officeart/2005/8/layout/hProcess11" loCatId="process" qsTypeId="urn:microsoft.com/office/officeart/2005/8/quickstyle/simple1" qsCatId="simple" csTypeId="urn:microsoft.com/office/officeart/2005/8/colors/accent1_1" csCatId="accent1" phldr="1"/>
      <dgm:spPr/>
      <dgm:t>
        <a:bodyPr/>
        <a:lstStyle/>
        <a:p>
          <a:endParaRPr lang="en-US"/>
        </a:p>
      </dgm:t>
    </dgm:pt>
    <dgm:pt modelId="{45D50368-372D-4F79-95B9-B27BD239F0F6}">
      <dgm:prSet phldrT="[Text]" custT="1"/>
      <dgm:spPr/>
      <dgm:t>
        <a:bodyPr/>
        <a:lstStyle/>
        <a:p>
          <a:pPr marL="0" algn="ctr">
            <a:buNone/>
          </a:pPr>
          <a:r>
            <a:rPr lang="en-US" sz="1800" b="1" dirty="0"/>
            <a:t>Expand</a:t>
          </a:r>
        </a:p>
      </dgm:t>
    </dgm:pt>
    <dgm:pt modelId="{CDE1A78B-2AE4-4A71-9139-416C219BC84D}" type="parTrans" cxnId="{68788A78-9180-41FF-BD09-BF4DBB52EA0D}">
      <dgm:prSet/>
      <dgm:spPr/>
      <dgm:t>
        <a:bodyPr/>
        <a:lstStyle/>
        <a:p>
          <a:endParaRPr lang="en-US"/>
        </a:p>
      </dgm:t>
    </dgm:pt>
    <dgm:pt modelId="{508ABF25-4B40-405C-9E88-248ED8B31B83}" type="sibTrans" cxnId="{68788A78-9180-41FF-BD09-BF4DBB52EA0D}">
      <dgm:prSet/>
      <dgm:spPr/>
      <dgm:t>
        <a:bodyPr/>
        <a:lstStyle/>
        <a:p>
          <a:endParaRPr lang="en-US"/>
        </a:p>
      </dgm:t>
    </dgm:pt>
    <dgm:pt modelId="{15FCB7DF-D0D3-43D8-8FE5-E5FFDED6264E}">
      <dgm:prSet phldrT="[Text]" custT="1"/>
      <dgm:spPr/>
      <dgm:t>
        <a:bodyPr/>
        <a:lstStyle/>
        <a:p>
          <a:pPr marL="228600" indent="-228600" algn="ctr">
            <a:buSzPct val="80000"/>
            <a:buFont typeface="Courier New" panose="02070309020205020404" pitchFamily="49" charset="0"/>
            <a:buChar char="o"/>
          </a:pPr>
          <a:r>
            <a:rPr lang="en-US" sz="1800" dirty="0"/>
            <a:t>Foster collaborative growth</a:t>
          </a:r>
        </a:p>
      </dgm:t>
    </dgm:pt>
    <dgm:pt modelId="{5DD5E854-B70B-4927-93DD-9B930567F2D9}" type="parTrans" cxnId="{D8EBBD42-214D-4D3D-9A34-A5A6A40991CD}">
      <dgm:prSet/>
      <dgm:spPr/>
      <dgm:t>
        <a:bodyPr/>
        <a:lstStyle/>
        <a:p>
          <a:endParaRPr lang="en-US"/>
        </a:p>
      </dgm:t>
    </dgm:pt>
    <dgm:pt modelId="{DDE76206-3F7F-4788-87BA-8C9D4D26CDB9}" type="sibTrans" cxnId="{D8EBBD42-214D-4D3D-9A34-A5A6A40991CD}">
      <dgm:prSet/>
      <dgm:spPr/>
      <dgm:t>
        <a:bodyPr/>
        <a:lstStyle/>
        <a:p>
          <a:endParaRPr lang="en-US"/>
        </a:p>
      </dgm:t>
    </dgm:pt>
    <dgm:pt modelId="{196543C5-093B-4437-B406-DBE4B882EA97}">
      <dgm:prSet phldrT="[Text]" custT="1"/>
      <dgm:spPr/>
      <dgm:t>
        <a:bodyPr/>
        <a:lstStyle/>
        <a:p>
          <a:pPr marL="0" algn="ctr">
            <a:buNone/>
          </a:pPr>
          <a:r>
            <a:rPr lang="en-US" sz="1800" b="1" dirty="0"/>
            <a:t>Enhance</a:t>
          </a:r>
        </a:p>
      </dgm:t>
    </dgm:pt>
    <dgm:pt modelId="{41DE1F19-4A9F-48CD-A44E-6BF1D04E31EE}" type="parTrans" cxnId="{52499B9F-797A-43CC-89E1-64C52021BFAF}">
      <dgm:prSet/>
      <dgm:spPr/>
      <dgm:t>
        <a:bodyPr/>
        <a:lstStyle/>
        <a:p>
          <a:endParaRPr lang="en-US"/>
        </a:p>
      </dgm:t>
    </dgm:pt>
    <dgm:pt modelId="{F264F018-7FB9-43EC-B595-B986D351AD7B}" type="sibTrans" cxnId="{52499B9F-797A-43CC-89E1-64C52021BFAF}">
      <dgm:prSet/>
      <dgm:spPr/>
      <dgm:t>
        <a:bodyPr/>
        <a:lstStyle/>
        <a:p>
          <a:endParaRPr lang="en-US"/>
        </a:p>
      </dgm:t>
    </dgm:pt>
    <dgm:pt modelId="{C485168C-07AD-4DE6-B17E-1E96E93777D7}">
      <dgm:prSet phldrT="[Text]" custT="1"/>
      <dgm:spPr/>
      <dgm:t>
        <a:bodyPr/>
        <a:lstStyle/>
        <a:p>
          <a:pPr marL="228600" indent="-228600" algn="ctr">
            <a:buSzPct val="80000"/>
            <a:buFont typeface="Courier New" panose="02070309020205020404" pitchFamily="49" charset="0"/>
            <a:buChar char="o"/>
          </a:pPr>
          <a:r>
            <a:rPr lang="en-US" sz="1800" dirty="0"/>
            <a:t>Ensure a tailored and user-focused experience</a:t>
          </a:r>
        </a:p>
      </dgm:t>
    </dgm:pt>
    <dgm:pt modelId="{2EA2CE1F-978B-4B0A-92B2-CA23FBAEB8C0}" type="parTrans" cxnId="{B374803A-F1D8-4C12-8B03-25954CE7DDA9}">
      <dgm:prSet/>
      <dgm:spPr/>
      <dgm:t>
        <a:bodyPr/>
        <a:lstStyle/>
        <a:p>
          <a:endParaRPr lang="en-US"/>
        </a:p>
      </dgm:t>
    </dgm:pt>
    <dgm:pt modelId="{05F43B89-7F05-43F2-A0A8-66E0914D6EC4}" type="sibTrans" cxnId="{B374803A-F1D8-4C12-8B03-25954CE7DDA9}">
      <dgm:prSet/>
      <dgm:spPr/>
      <dgm:t>
        <a:bodyPr/>
        <a:lstStyle/>
        <a:p>
          <a:endParaRPr lang="en-US"/>
        </a:p>
      </dgm:t>
    </dgm:pt>
    <dgm:pt modelId="{CA2BABAF-EDAA-4496-8316-FD6EA3643E8F}">
      <dgm:prSet phldrT="[Text]" custT="1"/>
      <dgm:spPr/>
      <dgm:t>
        <a:bodyPr/>
        <a:lstStyle/>
        <a:p>
          <a:pPr marL="0" algn="ctr">
            <a:buNone/>
          </a:pPr>
          <a:r>
            <a:rPr lang="en-US" sz="1800" b="1" dirty="0"/>
            <a:t>Explore</a:t>
          </a:r>
        </a:p>
      </dgm:t>
    </dgm:pt>
    <dgm:pt modelId="{2B1B4805-2FB7-402F-86A8-587F29181C18}" type="parTrans" cxnId="{4011B082-09BD-4DD1-A54F-EA5AB249A3C2}">
      <dgm:prSet/>
      <dgm:spPr/>
      <dgm:t>
        <a:bodyPr/>
        <a:lstStyle/>
        <a:p>
          <a:endParaRPr lang="en-US"/>
        </a:p>
      </dgm:t>
    </dgm:pt>
    <dgm:pt modelId="{4498AB02-A1BF-4D28-8918-F87A89CEE23B}" type="sibTrans" cxnId="{4011B082-09BD-4DD1-A54F-EA5AB249A3C2}">
      <dgm:prSet/>
      <dgm:spPr/>
      <dgm:t>
        <a:bodyPr/>
        <a:lstStyle/>
        <a:p>
          <a:endParaRPr lang="en-US"/>
        </a:p>
      </dgm:t>
    </dgm:pt>
    <dgm:pt modelId="{ABC1EDDD-C08B-4F9C-8453-9CEFCC2AF319}">
      <dgm:prSet phldrT="[Text]" custT="1"/>
      <dgm:spPr/>
      <dgm:t>
        <a:bodyPr/>
        <a:lstStyle/>
        <a:p>
          <a:pPr marL="228600" indent="-228600" algn="ctr">
            <a:buSzPct val="80000"/>
            <a:buFont typeface="Courier New" panose="02070309020205020404" pitchFamily="49" charset="0"/>
            <a:buChar char="o"/>
          </a:pPr>
          <a:r>
            <a:rPr lang="en-US" sz="1800" dirty="0"/>
            <a:t>Capitalize on emerging global markets</a:t>
          </a:r>
        </a:p>
      </dgm:t>
    </dgm:pt>
    <dgm:pt modelId="{33D02404-349E-4E82-A8BA-C0A907006883}" type="parTrans" cxnId="{9C4BE375-6187-4BD4-A343-9FC71D796AF1}">
      <dgm:prSet/>
      <dgm:spPr/>
      <dgm:t>
        <a:bodyPr/>
        <a:lstStyle/>
        <a:p>
          <a:endParaRPr lang="en-US"/>
        </a:p>
      </dgm:t>
    </dgm:pt>
    <dgm:pt modelId="{7D85D88C-6545-49D9-9F9D-01270187B165}" type="sibTrans" cxnId="{9C4BE375-6187-4BD4-A343-9FC71D796AF1}">
      <dgm:prSet/>
      <dgm:spPr/>
      <dgm:t>
        <a:bodyPr/>
        <a:lstStyle/>
        <a:p>
          <a:endParaRPr lang="en-US"/>
        </a:p>
      </dgm:t>
    </dgm:pt>
    <dgm:pt modelId="{7F7D3F0A-88AE-44AB-92BC-B1AEC7CDD5CE}" type="pres">
      <dgm:prSet presAssocID="{B6A966AA-C2D0-420D-89FC-1A1AB0AD4072}" presName="Name0" presStyleCnt="0">
        <dgm:presLayoutVars>
          <dgm:dir/>
          <dgm:resizeHandles val="exact"/>
        </dgm:presLayoutVars>
      </dgm:prSet>
      <dgm:spPr/>
    </dgm:pt>
    <dgm:pt modelId="{1321859E-820F-42A1-A815-96F9E1091C18}" type="pres">
      <dgm:prSet presAssocID="{B6A966AA-C2D0-420D-89FC-1A1AB0AD4072}" presName="arrow" presStyleLbl="bgShp" presStyleIdx="0" presStyleCnt="1"/>
      <dgm:spPr/>
    </dgm:pt>
    <dgm:pt modelId="{0C0EFEA6-53DB-4B11-B914-678B897CA613}" type="pres">
      <dgm:prSet presAssocID="{B6A966AA-C2D0-420D-89FC-1A1AB0AD4072}" presName="points" presStyleCnt="0"/>
      <dgm:spPr/>
    </dgm:pt>
    <dgm:pt modelId="{D1F8120B-2014-4539-8DB2-DF72EA65305F}" type="pres">
      <dgm:prSet presAssocID="{45D50368-372D-4F79-95B9-B27BD239F0F6}" presName="compositeA" presStyleCnt="0"/>
      <dgm:spPr/>
    </dgm:pt>
    <dgm:pt modelId="{7103C4FE-7A4B-41EF-8814-669D0064B6EF}" type="pres">
      <dgm:prSet presAssocID="{45D50368-372D-4F79-95B9-B27BD239F0F6}" presName="textA" presStyleLbl="revTx" presStyleIdx="0" presStyleCnt="3" custScaleX="76000">
        <dgm:presLayoutVars>
          <dgm:bulletEnabled val="1"/>
        </dgm:presLayoutVars>
      </dgm:prSet>
      <dgm:spPr/>
    </dgm:pt>
    <dgm:pt modelId="{69242FCE-B1A3-4CB0-90C2-CB5EC309668C}" type="pres">
      <dgm:prSet presAssocID="{45D50368-372D-4F79-95B9-B27BD239F0F6}" presName="circleA" presStyleLbl="node1" presStyleIdx="0" presStyleCnt="3"/>
      <dgm:spPr/>
    </dgm:pt>
    <dgm:pt modelId="{301F205F-64EC-4B0E-A2AD-D5977C935AF4}" type="pres">
      <dgm:prSet presAssocID="{45D50368-372D-4F79-95B9-B27BD239F0F6}" presName="spaceA" presStyleCnt="0"/>
      <dgm:spPr/>
    </dgm:pt>
    <dgm:pt modelId="{B3AB7B4B-B32A-45B9-A77C-F2AACFD79CA5}" type="pres">
      <dgm:prSet presAssocID="{508ABF25-4B40-405C-9E88-248ED8B31B83}" presName="space" presStyleCnt="0"/>
      <dgm:spPr/>
    </dgm:pt>
    <dgm:pt modelId="{9B80AA7C-AE0D-4517-8F0E-3798D9078ECA}" type="pres">
      <dgm:prSet presAssocID="{196543C5-093B-4437-B406-DBE4B882EA97}" presName="compositeB" presStyleCnt="0"/>
      <dgm:spPr/>
    </dgm:pt>
    <dgm:pt modelId="{C72ECC98-97C1-4FA6-9751-2F88545F8213}" type="pres">
      <dgm:prSet presAssocID="{196543C5-093B-4437-B406-DBE4B882EA97}" presName="textB" presStyleLbl="revTx" presStyleIdx="1" presStyleCnt="3">
        <dgm:presLayoutVars>
          <dgm:bulletEnabled val="1"/>
        </dgm:presLayoutVars>
      </dgm:prSet>
      <dgm:spPr/>
    </dgm:pt>
    <dgm:pt modelId="{8A3CF5DF-2912-4784-8B16-20EF1087B16D}" type="pres">
      <dgm:prSet presAssocID="{196543C5-093B-4437-B406-DBE4B882EA97}" presName="circleB" presStyleLbl="node1" presStyleIdx="1" presStyleCnt="3"/>
      <dgm:spPr/>
    </dgm:pt>
    <dgm:pt modelId="{AEB44FDA-4D40-47A5-BEE0-4EF9F97BF5D2}" type="pres">
      <dgm:prSet presAssocID="{196543C5-093B-4437-B406-DBE4B882EA97}" presName="spaceB" presStyleCnt="0"/>
      <dgm:spPr/>
    </dgm:pt>
    <dgm:pt modelId="{66B84C84-45A2-4C61-AA12-3A3F75DB82F8}" type="pres">
      <dgm:prSet presAssocID="{F264F018-7FB9-43EC-B595-B986D351AD7B}" presName="space" presStyleCnt="0"/>
      <dgm:spPr/>
    </dgm:pt>
    <dgm:pt modelId="{8CEF5A46-4D3D-4D9F-B7F4-405723F5505C}" type="pres">
      <dgm:prSet presAssocID="{CA2BABAF-EDAA-4496-8316-FD6EA3643E8F}" presName="compositeA" presStyleCnt="0"/>
      <dgm:spPr/>
    </dgm:pt>
    <dgm:pt modelId="{0EA8ECEB-4BEA-4EA4-A72E-9427A4EDF870}" type="pres">
      <dgm:prSet presAssocID="{CA2BABAF-EDAA-4496-8316-FD6EA3643E8F}" presName="textA" presStyleLbl="revTx" presStyleIdx="2" presStyleCnt="3">
        <dgm:presLayoutVars>
          <dgm:bulletEnabled val="1"/>
        </dgm:presLayoutVars>
      </dgm:prSet>
      <dgm:spPr/>
    </dgm:pt>
    <dgm:pt modelId="{AE8B9E76-450B-4587-ADD0-D709E0D11B62}" type="pres">
      <dgm:prSet presAssocID="{CA2BABAF-EDAA-4496-8316-FD6EA3643E8F}" presName="circleA" presStyleLbl="node1" presStyleIdx="2" presStyleCnt="3"/>
      <dgm:spPr/>
    </dgm:pt>
    <dgm:pt modelId="{7E02D670-50CE-4DE9-9D99-A3113C1CA49F}" type="pres">
      <dgm:prSet presAssocID="{CA2BABAF-EDAA-4496-8316-FD6EA3643E8F}" presName="spaceA" presStyleCnt="0"/>
      <dgm:spPr/>
    </dgm:pt>
  </dgm:ptLst>
  <dgm:cxnLst>
    <dgm:cxn modelId="{33FC2F0C-BBBC-49D9-8DB9-87CFB664B234}" type="presOf" srcId="{45D50368-372D-4F79-95B9-B27BD239F0F6}" destId="{7103C4FE-7A4B-41EF-8814-669D0064B6EF}" srcOrd="0" destOrd="0" presId="urn:microsoft.com/office/officeart/2005/8/layout/hProcess11"/>
    <dgm:cxn modelId="{B374803A-F1D8-4C12-8B03-25954CE7DDA9}" srcId="{196543C5-093B-4437-B406-DBE4B882EA97}" destId="{C485168C-07AD-4DE6-B17E-1E96E93777D7}" srcOrd="0" destOrd="0" parTransId="{2EA2CE1F-978B-4B0A-92B2-CA23FBAEB8C0}" sibTransId="{05F43B89-7F05-43F2-A0A8-66E0914D6EC4}"/>
    <dgm:cxn modelId="{D8EBBD42-214D-4D3D-9A34-A5A6A40991CD}" srcId="{45D50368-372D-4F79-95B9-B27BD239F0F6}" destId="{15FCB7DF-D0D3-43D8-8FE5-E5FFDED6264E}" srcOrd="0" destOrd="0" parTransId="{5DD5E854-B70B-4927-93DD-9B930567F2D9}" sibTransId="{DDE76206-3F7F-4788-87BA-8C9D4D26CDB9}"/>
    <dgm:cxn modelId="{8AF7704F-B285-4A9C-BA90-65BEC6653B6C}" type="presOf" srcId="{B6A966AA-C2D0-420D-89FC-1A1AB0AD4072}" destId="{7F7D3F0A-88AE-44AB-92BC-B1AEC7CDD5CE}" srcOrd="0" destOrd="0" presId="urn:microsoft.com/office/officeart/2005/8/layout/hProcess11"/>
    <dgm:cxn modelId="{B93E1354-FC50-4D0F-81DD-4CEBA5959AFE}" type="presOf" srcId="{CA2BABAF-EDAA-4496-8316-FD6EA3643E8F}" destId="{0EA8ECEB-4BEA-4EA4-A72E-9427A4EDF870}" srcOrd="0" destOrd="0" presId="urn:microsoft.com/office/officeart/2005/8/layout/hProcess11"/>
    <dgm:cxn modelId="{9C4BE375-6187-4BD4-A343-9FC71D796AF1}" srcId="{CA2BABAF-EDAA-4496-8316-FD6EA3643E8F}" destId="{ABC1EDDD-C08B-4F9C-8453-9CEFCC2AF319}" srcOrd="0" destOrd="0" parTransId="{33D02404-349E-4E82-A8BA-C0A907006883}" sibTransId="{7D85D88C-6545-49D9-9F9D-01270187B165}"/>
    <dgm:cxn modelId="{68788A78-9180-41FF-BD09-BF4DBB52EA0D}" srcId="{B6A966AA-C2D0-420D-89FC-1A1AB0AD4072}" destId="{45D50368-372D-4F79-95B9-B27BD239F0F6}" srcOrd="0" destOrd="0" parTransId="{CDE1A78B-2AE4-4A71-9139-416C219BC84D}" sibTransId="{508ABF25-4B40-405C-9E88-248ED8B31B83}"/>
    <dgm:cxn modelId="{4011B082-09BD-4DD1-A54F-EA5AB249A3C2}" srcId="{B6A966AA-C2D0-420D-89FC-1A1AB0AD4072}" destId="{CA2BABAF-EDAA-4496-8316-FD6EA3643E8F}" srcOrd="2" destOrd="0" parTransId="{2B1B4805-2FB7-402F-86A8-587F29181C18}" sibTransId="{4498AB02-A1BF-4D28-8918-F87A89CEE23B}"/>
    <dgm:cxn modelId="{0CFCA19E-9316-4666-B978-BF8C655DDDAF}" type="presOf" srcId="{196543C5-093B-4437-B406-DBE4B882EA97}" destId="{C72ECC98-97C1-4FA6-9751-2F88545F8213}" srcOrd="0" destOrd="0" presId="urn:microsoft.com/office/officeart/2005/8/layout/hProcess11"/>
    <dgm:cxn modelId="{52499B9F-797A-43CC-89E1-64C52021BFAF}" srcId="{B6A966AA-C2D0-420D-89FC-1A1AB0AD4072}" destId="{196543C5-093B-4437-B406-DBE4B882EA97}" srcOrd="1" destOrd="0" parTransId="{41DE1F19-4A9F-48CD-A44E-6BF1D04E31EE}" sibTransId="{F264F018-7FB9-43EC-B595-B986D351AD7B}"/>
    <dgm:cxn modelId="{A780DCA0-97BB-47F1-AE52-A151606F1265}" type="presOf" srcId="{ABC1EDDD-C08B-4F9C-8453-9CEFCC2AF319}" destId="{0EA8ECEB-4BEA-4EA4-A72E-9427A4EDF870}" srcOrd="0" destOrd="1" presId="urn:microsoft.com/office/officeart/2005/8/layout/hProcess11"/>
    <dgm:cxn modelId="{F12E74E0-3FC7-4399-A4D7-928B7B4EA7A0}" type="presOf" srcId="{15FCB7DF-D0D3-43D8-8FE5-E5FFDED6264E}" destId="{7103C4FE-7A4B-41EF-8814-669D0064B6EF}" srcOrd="0" destOrd="1" presId="urn:microsoft.com/office/officeart/2005/8/layout/hProcess11"/>
    <dgm:cxn modelId="{60BF31ED-B4A4-412E-B0A4-FCF5721F407F}" type="presOf" srcId="{C485168C-07AD-4DE6-B17E-1E96E93777D7}" destId="{C72ECC98-97C1-4FA6-9751-2F88545F8213}" srcOrd="0" destOrd="1" presId="urn:microsoft.com/office/officeart/2005/8/layout/hProcess11"/>
    <dgm:cxn modelId="{7849C247-851C-4CEB-9B9D-59ABFE120C8A}" type="presParOf" srcId="{7F7D3F0A-88AE-44AB-92BC-B1AEC7CDD5CE}" destId="{1321859E-820F-42A1-A815-96F9E1091C18}" srcOrd="0" destOrd="0" presId="urn:microsoft.com/office/officeart/2005/8/layout/hProcess11"/>
    <dgm:cxn modelId="{BF45A60D-96FF-473A-B57F-CF56378654CB}" type="presParOf" srcId="{7F7D3F0A-88AE-44AB-92BC-B1AEC7CDD5CE}" destId="{0C0EFEA6-53DB-4B11-B914-678B897CA613}" srcOrd="1" destOrd="0" presId="urn:microsoft.com/office/officeart/2005/8/layout/hProcess11"/>
    <dgm:cxn modelId="{373F4474-FD59-4113-8085-E79F58FC39C7}" type="presParOf" srcId="{0C0EFEA6-53DB-4B11-B914-678B897CA613}" destId="{D1F8120B-2014-4539-8DB2-DF72EA65305F}" srcOrd="0" destOrd="0" presId="urn:microsoft.com/office/officeart/2005/8/layout/hProcess11"/>
    <dgm:cxn modelId="{6CA87CCD-3781-4E2F-A803-26D211F1164A}" type="presParOf" srcId="{D1F8120B-2014-4539-8DB2-DF72EA65305F}" destId="{7103C4FE-7A4B-41EF-8814-669D0064B6EF}" srcOrd="0" destOrd="0" presId="urn:microsoft.com/office/officeart/2005/8/layout/hProcess11"/>
    <dgm:cxn modelId="{2C783DC9-BCFF-47D6-B9A4-7620E681CE7B}" type="presParOf" srcId="{D1F8120B-2014-4539-8DB2-DF72EA65305F}" destId="{69242FCE-B1A3-4CB0-90C2-CB5EC309668C}" srcOrd="1" destOrd="0" presId="urn:microsoft.com/office/officeart/2005/8/layout/hProcess11"/>
    <dgm:cxn modelId="{51436E83-D55A-4252-9307-E6DD23BC71B1}" type="presParOf" srcId="{D1F8120B-2014-4539-8DB2-DF72EA65305F}" destId="{301F205F-64EC-4B0E-A2AD-D5977C935AF4}" srcOrd="2" destOrd="0" presId="urn:microsoft.com/office/officeart/2005/8/layout/hProcess11"/>
    <dgm:cxn modelId="{035DE029-A115-4D1B-B566-7C73919D30BD}" type="presParOf" srcId="{0C0EFEA6-53DB-4B11-B914-678B897CA613}" destId="{B3AB7B4B-B32A-45B9-A77C-F2AACFD79CA5}" srcOrd="1" destOrd="0" presId="urn:microsoft.com/office/officeart/2005/8/layout/hProcess11"/>
    <dgm:cxn modelId="{C147C24D-FED8-4C5F-A80D-D6D44BF366E1}" type="presParOf" srcId="{0C0EFEA6-53DB-4B11-B914-678B897CA613}" destId="{9B80AA7C-AE0D-4517-8F0E-3798D9078ECA}" srcOrd="2" destOrd="0" presId="urn:microsoft.com/office/officeart/2005/8/layout/hProcess11"/>
    <dgm:cxn modelId="{53793FBF-21A3-4D92-8C0F-F9CF0CAF6629}" type="presParOf" srcId="{9B80AA7C-AE0D-4517-8F0E-3798D9078ECA}" destId="{C72ECC98-97C1-4FA6-9751-2F88545F8213}" srcOrd="0" destOrd="0" presId="urn:microsoft.com/office/officeart/2005/8/layout/hProcess11"/>
    <dgm:cxn modelId="{CE6E8620-4AAD-4191-A9D9-F888C053CED8}" type="presParOf" srcId="{9B80AA7C-AE0D-4517-8F0E-3798D9078ECA}" destId="{8A3CF5DF-2912-4784-8B16-20EF1087B16D}" srcOrd="1" destOrd="0" presId="urn:microsoft.com/office/officeart/2005/8/layout/hProcess11"/>
    <dgm:cxn modelId="{6C95E7EA-2961-4ADE-BA5A-9B67FAC37BCE}" type="presParOf" srcId="{9B80AA7C-AE0D-4517-8F0E-3798D9078ECA}" destId="{AEB44FDA-4D40-47A5-BEE0-4EF9F97BF5D2}" srcOrd="2" destOrd="0" presId="urn:microsoft.com/office/officeart/2005/8/layout/hProcess11"/>
    <dgm:cxn modelId="{3BC5DF92-4D9B-42AA-A67F-99A3E4840255}" type="presParOf" srcId="{0C0EFEA6-53DB-4B11-B914-678B897CA613}" destId="{66B84C84-45A2-4C61-AA12-3A3F75DB82F8}" srcOrd="3" destOrd="0" presId="urn:microsoft.com/office/officeart/2005/8/layout/hProcess11"/>
    <dgm:cxn modelId="{FE27A33F-134B-4D24-AC36-DCCCF056641C}" type="presParOf" srcId="{0C0EFEA6-53DB-4B11-B914-678B897CA613}" destId="{8CEF5A46-4D3D-4D9F-B7F4-405723F5505C}" srcOrd="4" destOrd="0" presId="urn:microsoft.com/office/officeart/2005/8/layout/hProcess11"/>
    <dgm:cxn modelId="{94D75A07-120C-42AF-912B-044BD69E1C67}" type="presParOf" srcId="{8CEF5A46-4D3D-4D9F-B7F4-405723F5505C}" destId="{0EA8ECEB-4BEA-4EA4-A72E-9427A4EDF870}" srcOrd="0" destOrd="0" presId="urn:microsoft.com/office/officeart/2005/8/layout/hProcess11"/>
    <dgm:cxn modelId="{AF929006-0D84-43C4-AC24-C78F8617B9EC}" type="presParOf" srcId="{8CEF5A46-4D3D-4D9F-B7F4-405723F5505C}" destId="{AE8B9E76-450B-4587-ADD0-D709E0D11B62}" srcOrd="1" destOrd="0" presId="urn:microsoft.com/office/officeart/2005/8/layout/hProcess11"/>
    <dgm:cxn modelId="{9A93D057-5018-4672-A272-9B3DEF73DECA}" type="presParOf" srcId="{8CEF5A46-4D3D-4D9F-B7F4-405723F5505C}" destId="{7E02D670-50CE-4DE9-9D99-A3113C1CA49F}" srcOrd="2" destOrd="0" presId="urn:microsoft.com/office/officeart/2005/8/layout/hProcess1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1859E-820F-42A1-A815-96F9E1091C18}">
      <dsp:nvSpPr>
        <dsp:cNvPr id="0" name=""/>
        <dsp:cNvSpPr/>
      </dsp:nvSpPr>
      <dsp:spPr>
        <a:xfrm>
          <a:off x="0" y="932497"/>
          <a:ext cx="10077450" cy="124333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03C4FE-7A4B-41EF-8814-669D0064B6EF}">
      <dsp:nvSpPr>
        <dsp:cNvPr id="0" name=""/>
        <dsp:cNvSpPr/>
      </dsp:nvSpPr>
      <dsp:spPr>
        <a:xfrm>
          <a:off x="355171" y="0"/>
          <a:ext cx="2221369" cy="124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1">
          <a:noAutofit/>
        </a:bodyPr>
        <a:lstStyle/>
        <a:p>
          <a:pPr marL="0" lvl="0" indent="0" algn="ctr" defTabSz="800100">
            <a:lnSpc>
              <a:spcPct val="90000"/>
            </a:lnSpc>
            <a:spcBef>
              <a:spcPct val="0"/>
            </a:spcBef>
            <a:spcAft>
              <a:spcPct val="35000"/>
            </a:spcAft>
            <a:buNone/>
          </a:pPr>
          <a:r>
            <a:rPr lang="en-US" sz="1800" b="1" kern="1200" dirty="0"/>
            <a:t>Expand</a:t>
          </a:r>
        </a:p>
        <a:p>
          <a:pPr marL="228600" lvl="1" indent="-228600" algn="ctr" defTabSz="800100">
            <a:lnSpc>
              <a:spcPct val="90000"/>
            </a:lnSpc>
            <a:spcBef>
              <a:spcPct val="0"/>
            </a:spcBef>
            <a:spcAft>
              <a:spcPct val="15000"/>
            </a:spcAft>
            <a:buSzPct val="80000"/>
            <a:buFont typeface="Courier New" panose="02070309020205020404" pitchFamily="49" charset="0"/>
            <a:buChar char="o"/>
          </a:pPr>
          <a:r>
            <a:rPr lang="en-US" sz="1800" kern="1200" dirty="0"/>
            <a:t>Foster collaborative growth</a:t>
          </a:r>
        </a:p>
      </dsp:txBody>
      <dsp:txXfrm>
        <a:off x="355171" y="0"/>
        <a:ext cx="2221369" cy="1243330"/>
      </dsp:txXfrm>
    </dsp:sp>
    <dsp:sp modelId="{69242FCE-B1A3-4CB0-90C2-CB5EC309668C}">
      <dsp:nvSpPr>
        <dsp:cNvPr id="0" name=""/>
        <dsp:cNvSpPr/>
      </dsp:nvSpPr>
      <dsp:spPr>
        <a:xfrm>
          <a:off x="1310439" y="1398746"/>
          <a:ext cx="310832" cy="310832"/>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2ECC98-97C1-4FA6-9751-2F88545F8213}">
      <dsp:nvSpPr>
        <dsp:cNvPr id="0" name=""/>
        <dsp:cNvSpPr/>
      </dsp:nvSpPr>
      <dsp:spPr>
        <a:xfrm>
          <a:off x="3073425" y="1864995"/>
          <a:ext cx="2922854" cy="124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1">
          <a:noAutofit/>
        </a:bodyPr>
        <a:lstStyle/>
        <a:p>
          <a:pPr marL="0" lvl="0" indent="0" algn="ctr" defTabSz="800100">
            <a:lnSpc>
              <a:spcPct val="90000"/>
            </a:lnSpc>
            <a:spcBef>
              <a:spcPct val="0"/>
            </a:spcBef>
            <a:spcAft>
              <a:spcPct val="35000"/>
            </a:spcAft>
            <a:buNone/>
          </a:pPr>
          <a:r>
            <a:rPr lang="en-US" sz="1800" b="1" kern="1200" dirty="0"/>
            <a:t>Enhance</a:t>
          </a:r>
        </a:p>
        <a:p>
          <a:pPr marL="228600" lvl="1" indent="-228600" algn="ctr" defTabSz="800100">
            <a:lnSpc>
              <a:spcPct val="90000"/>
            </a:lnSpc>
            <a:spcBef>
              <a:spcPct val="0"/>
            </a:spcBef>
            <a:spcAft>
              <a:spcPct val="15000"/>
            </a:spcAft>
            <a:buSzPct val="80000"/>
            <a:buFont typeface="Courier New" panose="02070309020205020404" pitchFamily="49" charset="0"/>
            <a:buChar char="o"/>
          </a:pPr>
          <a:r>
            <a:rPr lang="en-US" sz="1800" kern="1200" dirty="0"/>
            <a:t>Ensure a tailored and user-focused experience</a:t>
          </a:r>
        </a:p>
      </dsp:txBody>
      <dsp:txXfrm>
        <a:off x="3073425" y="1864995"/>
        <a:ext cx="2922854" cy="1243330"/>
      </dsp:txXfrm>
    </dsp:sp>
    <dsp:sp modelId="{8A3CF5DF-2912-4784-8B16-20EF1087B16D}">
      <dsp:nvSpPr>
        <dsp:cNvPr id="0" name=""/>
        <dsp:cNvSpPr/>
      </dsp:nvSpPr>
      <dsp:spPr>
        <a:xfrm>
          <a:off x="4379436" y="1398746"/>
          <a:ext cx="310832" cy="310832"/>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A8ECEB-4BEA-4EA4-A72E-9427A4EDF870}">
      <dsp:nvSpPr>
        <dsp:cNvPr id="0" name=""/>
        <dsp:cNvSpPr/>
      </dsp:nvSpPr>
      <dsp:spPr>
        <a:xfrm>
          <a:off x="6142422" y="0"/>
          <a:ext cx="2922854" cy="12433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1">
          <a:noAutofit/>
        </a:bodyPr>
        <a:lstStyle/>
        <a:p>
          <a:pPr marL="0" lvl="0" indent="0" algn="ctr" defTabSz="800100">
            <a:lnSpc>
              <a:spcPct val="90000"/>
            </a:lnSpc>
            <a:spcBef>
              <a:spcPct val="0"/>
            </a:spcBef>
            <a:spcAft>
              <a:spcPct val="35000"/>
            </a:spcAft>
            <a:buNone/>
          </a:pPr>
          <a:r>
            <a:rPr lang="en-US" sz="1800" b="1" kern="1200" dirty="0"/>
            <a:t>Explore</a:t>
          </a:r>
        </a:p>
        <a:p>
          <a:pPr marL="228600" lvl="1" indent="-228600" algn="ctr" defTabSz="800100">
            <a:lnSpc>
              <a:spcPct val="90000"/>
            </a:lnSpc>
            <a:spcBef>
              <a:spcPct val="0"/>
            </a:spcBef>
            <a:spcAft>
              <a:spcPct val="15000"/>
            </a:spcAft>
            <a:buSzPct val="80000"/>
            <a:buFont typeface="Courier New" panose="02070309020205020404" pitchFamily="49" charset="0"/>
            <a:buChar char="o"/>
          </a:pPr>
          <a:r>
            <a:rPr lang="en-US" sz="1800" kern="1200" dirty="0"/>
            <a:t>Capitalize on emerging global markets</a:t>
          </a:r>
        </a:p>
      </dsp:txBody>
      <dsp:txXfrm>
        <a:off x="6142422" y="0"/>
        <a:ext cx="2922854" cy="1243330"/>
      </dsp:txXfrm>
    </dsp:sp>
    <dsp:sp modelId="{AE8B9E76-450B-4587-ADD0-D709E0D11B62}">
      <dsp:nvSpPr>
        <dsp:cNvPr id="0" name=""/>
        <dsp:cNvSpPr/>
      </dsp:nvSpPr>
      <dsp:spPr>
        <a:xfrm>
          <a:off x="7448433" y="1398746"/>
          <a:ext cx="310832" cy="310832"/>
        </a:xfrm>
        <a:prstGeom prst="ellipse">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2/4/2026</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Tree>
    <p:extLst>
      <p:ext uri="{BB962C8B-B14F-4D97-AF65-F5344CB8AC3E}">
        <p14:creationId xmlns:p14="http://schemas.microsoft.com/office/powerpoint/2010/main" val="225110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It would be beneficial to perform long-term live cell imaging of microbes such as </a:t>
            </a:r>
            <a:r>
              <a:rPr lang="en-ZA" dirty="0" err="1"/>
              <a:t>Mtb</a:t>
            </a:r>
            <a:r>
              <a:rPr lang="en-ZA" dirty="0"/>
              <a:t> to observe the long term behaviour. </a:t>
            </a:r>
            <a:br>
              <a:rPr lang="en-ZA" dirty="0"/>
            </a:br>
            <a:r>
              <a:rPr lang="en-ZA" dirty="0"/>
              <a:t>A simple and low cost solution would be to live monitor these cultures using a low cost microscope such as the </a:t>
            </a:r>
            <a:r>
              <a:rPr lang="en-ZA" dirty="0" err="1"/>
              <a:t>Iolight</a:t>
            </a:r>
            <a:r>
              <a:rPr lang="en-ZA" dirty="0"/>
              <a:t> microscope, however typically this would require having a small sealed plate which can be placed on the microscope, and then the entire microscope is placed inside a conventional incubator to allow the cells to grow.</a:t>
            </a:r>
          </a:p>
          <a:p>
            <a:endParaRPr lang="en-ZA" dirty="0"/>
          </a:p>
          <a:p>
            <a:r>
              <a:rPr lang="en-ZA" dirty="0"/>
              <a:t>This is not ideal for several reasons: </a:t>
            </a:r>
          </a:p>
          <a:p>
            <a:pPr marL="171450" indent="-171450">
              <a:buFont typeface="Arial" panose="020B0604020202020204" pitchFamily="34" charset="0"/>
              <a:buChar char="•"/>
            </a:pPr>
            <a:r>
              <a:rPr lang="en-ZA" dirty="0"/>
              <a:t> Complicates the sterility/containment procedure </a:t>
            </a:r>
          </a:p>
          <a:p>
            <a:pPr marL="171450" indent="-171450">
              <a:buFont typeface="Arial" panose="020B0604020202020204" pitchFamily="34" charset="0"/>
              <a:buChar char="•"/>
            </a:pPr>
            <a:r>
              <a:rPr lang="en-ZA" dirty="0"/>
              <a:t>Takes up significant space in the incubator, thus limiting the functionality of both the incubator and number of observations that can be done at one time</a:t>
            </a:r>
          </a:p>
          <a:p>
            <a:pPr marL="171450" indent="-171450">
              <a:buFont typeface="Arial" panose="020B0604020202020204" pitchFamily="34" charset="0"/>
              <a:buChar char="•"/>
            </a:pPr>
            <a:r>
              <a:rPr lang="en-ZA" dirty="0"/>
              <a:t>Introduces significant variance in the culture environment and optical results since the incubator introduces lots of vibrations, and temperature stability is dependant on the usage of the incubator.</a:t>
            </a:r>
          </a:p>
          <a:p>
            <a:pPr marL="171450" indent="-171450">
              <a:buFont typeface="Arial" panose="020B0604020202020204" pitchFamily="34" charset="0"/>
              <a:buChar char="•"/>
            </a:pPr>
            <a:r>
              <a:rPr lang="en-ZA" dirty="0"/>
              <a:t>Limits the ability to log incubator data continuously during the observation</a:t>
            </a:r>
          </a:p>
          <a:p>
            <a:pPr marL="171450" indent="-171450">
              <a:buFont typeface="Arial" panose="020B0604020202020204" pitchFamily="34" charset="0"/>
              <a:buChar char="•"/>
            </a:pPr>
            <a:endParaRPr lang="en-ZA" dirty="0"/>
          </a:p>
          <a:p>
            <a:pPr marL="0" indent="0">
              <a:buFont typeface="Arial" panose="020B0604020202020204" pitchFamily="34" charset="0"/>
              <a:buNone/>
            </a:pPr>
            <a:r>
              <a:rPr lang="en-ZA" dirty="0"/>
              <a:t>Current stage top incubator systems such as the Zeis/</a:t>
            </a:r>
            <a:r>
              <a:rPr lang="en-ZA" dirty="0" err="1"/>
              <a:t>Pecon</a:t>
            </a:r>
            <a:r>
              <a:rPr lang="en-ZA" dirty="0"/>
              <a:t> stage top incubator, </a:t>
            </a:r>
            <a:r>
              <a:rPr lang="en-ZA" dirty="0" err="1"/>
              <a:t>Ibidi</a:t>
            </a:r>
            <a:r>
              <a:rPr lang="en-ZA" dirty="0"/>
              <a:t> stage top incubation system and the Tokai Hit system provide very good control of their stage top incubators that are designed to fit with industry standard microscope stages, such as the k-type. However they lack the critical feature of being fully sealed to prevent contamination.</a:t>
            </a:r>
          </a:p>
          <a:p>
            <a:pPr marL="0" indent="0">
              <a:buFont typeface="Arial" panose="020B0604020202020204" pitchFamily="34" charset="0"/>
              <a:buNone/>
            </a:pPr>
            <a:endParaRPr lang="en-ZA" dirty="0"/>
          </a:p>
          <a:p>
            <a:pPr marL="0" indent="0">
              <a:buFont typeface="Arial" panose="020B0604020202020204" pitchFamily="34" charset="0"/>
              <a:buNone/>
            </a:pPr>
            <a:r>
              <a:rPr lang="en-ZA" dirty="0"/>
              <a:t>These three solutions all </a:t>
            </a:r>
            <a:r>
              <a:rPr lang="en-ZA" dirty="0" err="1"/>
              <a:t>encorperate</a:t>
            </a:r>
            <a:r>
              <a:rPr lang="en-ZA" dirty="0"/>
              <a:t> a design where the Gas flow (CO2/O2/humidity controlling gas flow) is meant to flow through the chamber and then </a:t>
            </a:r>
            <a:r>
              <a:rPr lang="en-ZA" dirty="0" err="1"/>
              <a:t>pasivly</a:t>
            </a:r>
            <a:r>
              <a:rPr lang="en-ZA" dirty="0"/>
              <a:t> get exhausted around the bottom of the container through gaps and holes in the incubator. This is not ideal in a BSL-3 environment as it leads to workspace contamination. </a:t>
            </a:r>
          </a:p>
          <a:p>
            <a:pPr marL="0" indent="0">
              <a:buFont typeface="Arial" panose="020B0604020202020204" pitchFamily="34" charset="0"/>
              <a:buNone/>
            </a:pPr>
            <a:endParaRPr lang="en-ZA" dirty="0"/>
          </a:p>
          <a:p>
            <a:pPr marL="0" indent="0">
              <a:buFont typeface="Arial" panose="020B0604020202020204" pitchFamily="34" charset="0"/>
              <a:buNone/>
            </a:pPr>
            <a:r>
              <a:rPr lang="en-ZA" dirty="0"/>
              <a:t>Therefore this project is aiming to try and determine if it is viable to produce a product that could function as a fully contained incubator whilst still fitting </a:t>
            </a:r>
            <a:r>
              <a:rPr lang="en-ZA" dirty="0" err="1"/>
              <a:t>ontop</a:t>
            </a:r>
            <a:r>
              <a:rPr lang="en-ZA" dirty="0"/>
              <a:t> of a microscope stage, which allows for research of long term cell performance, whilst being placed on worktop outside of a standard incubator and being fully contained to meet </a:t>
            </a:r>
            <a:r>
              <a:rPr lang="en-ZA"/>
              <a:t>BSL-3 standards.</a:t>
            </a:r>
            <a:endParaRPr lang="en-ZA" dirty="0"/>
          </a:p>
        </p:txBody>
      </p:sp>
    </p:spTree>
    <p:extLst>
      <p:ext uri="{BB962C8B-B14F-4D97-AF65-F5344CB8AC3E}">
        <p14:creationId xmlns:p14="http://schemas.microsoft.com/office/powerpoint/2010/main" val="2288763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scope of this project is limited to just determining the feasibility of designing an incubator with basic temperature control that can be used in a BSL-3 lab. </a:t>
            </a:r>
            <a:br>
              <a:rPr lang="en-US" dirty="0"/>
            </a:br>
            <a:br>
              <a:rPr lang="en-US" dirty="0"/>
            </a:br>
            <a:r>
              <a:rPr lang="en-US" dirty="0"/>
              <a:t>For feasibility:</a:t>
            </a:r>
          </a:p>
          <a:p>
            <a:pPr marL="171450" indent="-171450">
              <a:buFont typeface="Arial" panose="020B0604020202020204" pitchFamily="34" charset="0"/>
              <a:buChar char="•"/>
            </a:pPr>
            <a:r>
              <a:rPr lang="en-US" dirty="0"/>
              <a:t>Commercial solutions are assessed to determine the functionality that is offered by them, aspects that prevent them form working in a BSL-3 Lab. ETC</a:t>
            </a:r>
          </a:p>
          <a:p>
            <a:pPr marL="171450" indent="-171450">
              <a:buFont typeface="Arial" panose="020B0604020202020204" pitchFamily="34" charset="0"/>
              <a:buChar char="•"/>
            </a:pPr>
            <a:r>
              <a:rPr lang="en-US" dirty="0"/>
              <a:t>Determine if the Incubator can operate whilst being hermetically sealed to prevent media inside the incubator from contaminating the microscope or general environment.</a:t>
            </a:r>
          </a:p>
          <a:p>
            <a:pPr marL="171450" indent="-171450">
              <a:buFont typeface="Arial" panose="020B0604020202020204" pitchFamily="34" charset="0"/>
              <a:buChar char="•"/>
            </a:pPr>
            <a:r>
              <a:rPr lang="en-US" dirty="0"/>
              <a:t>Determining the environmental control specifications required to obtain sufficient incubation.</a:t>
            </a:r>
          </a:p>
          <a:p>
            <a:pPr marL="171450" indent="-171450">
              <a:buFont typeface="Arial" panose="020B0604020202020204" pitchFamily="34" charset="0"/>
              <a:buChar char="•"/>
            </a:pPr>
            <a:r>
              <a:rPr lang="en-US" dirty="0"/>
              <a:t>Determine the sterilization techniques that are required for a BLS-3 lab</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If it is feasible to begin prototyping and performing a conceptual design, the eventual goal is the following:</a:t>
            </a:r>
          </a:p>
          <a:p>
            <a:pPr marL="171450" indent="-171450">
              <a:buFont typeface="Arial" panose="020B0604020202020204" pitchFamily="34" charset="0"/>
              <a:buChar char="•"/>
            </a:pPr>
            <a:r>
              <a:rPr lang="en-US" dirty="0"/>
              <a:t>Prototype a stage top incubator that is completely hermetically sealed.</a:t>
            </a:r>
          </a:p>
          <a:p>
            <a:pPr marL="171450" indent="-171450">
              <a:buFont typeface="Arial" panose="020B0604020202020204" pitchFamily="34" charset="0"/>
              <a:buChar char="•"/>
            </a:pPr>
            <a:r>
              <a:rPr lang="en-US" dirty="0"/>
              <a:t>Prototype a stage top incubator that can maintain a stable temperature required for cell growth.</a:t>
            </a:r>
          </a:p>
          <a:p>
            <a:pPr marL="171450" indent="-171450">
              <a:buFont typeface="Arial" panose="020B0604020202020204" pitchFamily="34" charset="0"/>
              <a:buChar char="•"/>
            </a:pPr>
            <a:r>
              <a:rPr lang="en-US" dirty="0"/>
              <a:t>Prototype a stage top incubator that is capable of being sterilized using existing BSL-3 protocols.</a:t>
            </a:r>
          </a:p>
          <a:p>
            <a:pPr marL="171450" indent="-171450">
              <a:buFont typeface="Arial" panose="020B0604020202020204" pitchFamily="34" charset="0"/>
              <a:buChar char="•"/>
            </a:pPr>
            <a:r>
              <a:rPr lang="en-US" dirty="0"/>
              <a:t>Prototype a stage top incubator that can fit </a:t>
            </a:r>
            <a:r>
              <a:rPr lang="en-US" dirty="0" err="1"/>
              <a:t>ontop</a:t>
            </a:r>
            <a:r>
              <a:rPr lang="en-US" dirty="0"/>
              <a:t> of a low magnification microscope for long term live cell imaging</a:t>
            </a:r>
          </a:p>
          <a:p>
            <a:pPr marL="171450" indent="-171450">
              <a:buFont typeface="Arial" panose="020B0604020202020204" pitchFamily="34" charset="0"/>
              <a:buChar char="•"/>
            </a:pPr>
            <a:r>
              <a:rPr lang="en-US" dirty="0"/>
              <a:t>Allow for the possibility of CO2/O2/Humidity regulation</a:t>
            </a:r>
          </a:p>
          <a:p>
            <a:pPr marL="171450" indent="-171450">
              <a:buFont typeface="Arial" panose="020B0604020202020204" pitchFamily="34" charset="0"/>
              <a:buChar char="•"/>
            </a:pPr>
            <a:r>
              <a:rPr lang="en-US" dirty="0"/>
              <a:t>Allow for the possibility of compatibility with several different culture dishes.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41627337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76609C33-D605-6146-1378-F67C572F05C1}"/>
              </a:ext>
            </a:extLst>
          </p:cNvPr>
          <p:cNvSpPr/>
          <p:nvPr userDrawn="1"/>
        </p:nvSpPr>
        <p:spPr>
          <a:xfrm>
            <a:off x="0" y="0"/>
            <a:ext cx="12192000" cy="6858000"/>
          </a:xfrm>
          <a:custGeom>
            <a:avLst/>
            <a:gdLst>
              <a:gd name="connsiteX0" fmla="*/ 304800 w 12192000"/>
              <a:gd name="connsiteY0" fmla="*/ 266701 h 6858000"/>
              <a:gd name="connsiteX1" fmla="*/ 304800 w 12192000"/>
              <a:gd name="connsiteY1" fmla="*/ 6591300 h 6858000"/>
              <a:gd name="connsiteX2" fmla="*/ 11887200 w 12192000"/>
              <a:gd name="connsiteY2" fmla="*/ 6591300 h 6858000"/>
              <a:gd name="connsiteX3" fmla="*/ 11887200 w 12192000"/>
              <a:gd name="connsiteY3" fmla="*/ 2667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04800" y="266701"/>
                </a:moveTo>
                <a:lnTo>
                  <a:pt x="304800" y="6591300"/>
                </a:lnTo>
                <a:lnTo>
                  <a:pt x="11887200" y="6591300"/>
                </a:lnTo>
                <a:lnTo>
                  <a:pt x="11887200" y="266701"/>
                </a:lnTo>
                <a:close/>
                <a:moveTo>
                  <a:pt x="0" y="0"/>
                </a:moveTo>
                <a:lnTo>
                  <a:pt x="12192000" y="0"/>
                </a:lnTo>
                <a:lnTo>
                  <a:pt x="1219200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1417320"/>
            <a:ext cx="10515600" cy="4023360"/>
          </a:xfrm>
        </p:spPr>
        <p:txBody>
          <a:bodyPr anchor="ctr"/>
          <a:lstStyle>
            <a:lvl1pPr algn="ctr">
              <a:defRPr sz="5400"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Rectangle 13">
            <a:extLst>
              <a:ext uri="{FF2B5EF4-FFF2-40B4-BE49-F238E27FC236}">
                <a16:creationId xmlns:a16="http://schemas.microsoft.com/office/drawing/2014/main" id="{6DDC5B68-548C-395D-B9A9-EA694F6CB59F}"/>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F738F023-8BDF-71DB-D6AB-776F7C6413B2}"/>
              </a:ext>
            </a:extLst>
          </p:cNvPr>
          <p:cNvSpPr/>
          <p:nvPr userDrawn="1"/>
        </p:nvSpPr>
        <p:spPr>
          <a:xfrm>
            <a:off x="8610600" y="0"/>
            <a:ext cx="3581400" cy="6858000"/>
          </a:xfrm>
          <a:custGeom>
            <a:avLst/>
            <a:gdLst>
              <a:gd name="connsiteX0" fmla="*/ 0 w 3581400"/>
              <a:gd name="connsiteY0" fmla="*/ 0 h 6858000"/>
              <a:gd name="connsiteX1" fmla="*/ 3581400 w 3581400"/>
              <a:gd name="connsiteY1" fmla="*/ 0 h 6858000"/>
              <a:gd name="connsiteX2" fmla="*/ 3581400 w 3581400"/>
              <a:gd name="connsiteY2" fmla="*/ 6858000 h 6858000"/>
              <a:gd name="connsiteX3" fmla="*/ 0 w 3581400"/>
              <a:gd name="connsiteY3" fmla="*/ 6858000 h 6858000"/>
              <a:gd name="connsiteX4" fmla="*/ 0 w 3581400"/>
              <a:gd name="connsiteY4" fmla="*/ 6172201 h 6858000"/>
              <a:gd name="connsiteX5" fmla="*/ 2971800 w 3581400"/>
              <a:gd name="connsiteY5" fmla="*/ 6172201 h 6858000"/>
              <a:gd name="connsiteX6" fmla="*/ 2971800 w 3581400"/>
              <a:gd name="connsiteY6" fmla="*/ 685800 h 6858000"/>
              <a:gd name="connsiteX7" fmla="*/ 0 w 3581400"/>
              <a:gd name="connsiteY7" fmla="*/ 685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81400" h="6858000">
                <a:moveTo>
                  <a:pt x="0" y="0"/>
                </a:moveTo>
                <a:lnTo>
                  <a:pt x="3581400" y="0"/>
                </a:lnTo>
                <a:lnTo>
                  <a:pt x="3581400" y="6858000"/>
                </a:lnTo>
                <a:lnTo>
                  <a:pt x="0" y="6858000"/>
                </a:lnTo>
                <a:lnTo>
                  <a:pt x="0" y="6172201"/>
                </a:lnTo>
                <a:lnTo>
                  <a:pt x="2971800" y="6172201"/>
                </a:lnTo>
                <a:lnTo>
                  <a:pt x="2971800" y="685800"/>
                </a:lnTo>
                <a:lnTo>
                  <a:pt x="0" y="6858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80160" y="1097280"/>
            <a:ext cx="4114800" cy="2286000"/>
          </a:xfrm>
        </p:spPr>
        <p:txBody>
          <a:bodyPr/>
          <a:lstStyle>
            <a:lvl1pPr>
              <a:defRPr sz="3200"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80160" y="3566160"/>
            <a:ext cx="4114800" cy="2651760"/>
          </a:xfrm>
        </p:spPr>
        <p:txBody>
          <a:bodyPr>
            <a:normAutofit/>
          </a:bodyPr>
          <a:lstStyle>
            <a:lvl1pPr marL="457200" indent="-457200">
              <a:lnSpc>
                <a:spcPct val="100000"/>
              </a:lnSpc>
              <a:spcBef>
                <a:spcPts val="1400"/>
              </a:spcBef>
              <a:buClr>
                <a:schemeClr val="accent1"/>
              </a:buClr>
              <a:buFont typeface="Courier New" panose="02070309020205020404" pitchFamily="49" charset="0"/>
              <a:buChar char="o"/>
              <a:defRPr sz="2400" cap="all" spc="0" baseline="0"/>
            </a:lvl1pPr>
            <a:lvl2pPr marL="914400">
              <a:defRPr spc="0" baseline="0"/>
            </a:lvl2pPr>
            <a:lvl3pPr marL="1371600">
              <a:defRPr spc="0" baseline="0"/>
            </a:lvl3pPr>
            <a:lvl4pPr marL="1828800">
              <a:defRPr spc="0" baseline="0"/>
            </a:lvl4pPr>
            <a:lvl5pPr marL="2286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5687568" y="1435608"/>
            <a:ext cx="5897880" cy="3977640"/>
          </a:xfrm>
          <a:noFill/>
        </p:spPr>
        <p:txBody>
          <a:bodyPr anchor="ctr"/>
          <a:lstStyle>
            <a:lvl1pPr marL="0" indent="0" algn="ctr">
              <a:buNone/>
              <a:defRPr/>
            </a:lvl1pPr>
          </a:lstStyle>
          <a:p>
            <a:r>
              <a:rPr lang="en-US"/>
              <a:t>Click icon to add picture</a:t>
            </a:r>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13" name="Straight Connector 12">
            <a:extLst>
              <a:ext uri="{FF2B5EF4-FFF2-40B4-BE49-F238E27FC236}">
                <a16:creationId xmlns:a16="http://schemas.microsoft.com/office/drawing/2014/main" id="{323EB7E3-3953-BAB4-1B15-383082C6C31E}"/>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841248" y="2697480"/>
            <a:ext cx="10515600" cy="2606040"/>
          </a:xfrm>
        </p:spPr>
        <p:txBody>
          <a:bodyPr anchor="ctr">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841248" y="6044184"/>
            <a:ext cx="10515600" cy="457200"/>
          </a:xfrm>
        </p:spPr>
        <p:txBody>
          <a:bodyPr>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Picture Placeholder 7">
            <a:extLst>
              <a:ext uri="{FF2B5EF4-FFF2-40B4-BE49-F238E27FC236}">
                <a16:creationId xmlns:a16="http://schemas.microsoft.com/office/drawing/2014/main" id="{AA872EE9-FDFB-95A7-3547-DCAA0B51FE21}"/>
              </a:ext>
            </a:extLst>
          </p:cNvPr>
          <p:cNvSpPr>
            <a:spLocks noGrp="1"/>
          </p:cNvSpPr>
          <p:nvPr>
            <p:ph type="pic" sz="quarter" idx="13"/>
          </p:nvPr>
        </p:nvSpPr>
        <p:spPr>
          <a:xfrm>
            <a:off x="0" y="0"/>
            <a:ext cx="12188952" cy="2368296"/>
          </a:xfrm>
        </p:spPr>
        <p:txBody>
          <a:bodyPr/>
          <a:lstStyle>
            <a:lvl1pPr marL="0" indent="0">
              <a:buNone/>
              <a:defRPr/>
            </a:lvl1pPr>
          </a:lstStyle>
          <a:p>
            <a:r>
              <a:rPr lang="en-US"/>
              <a:t>Click icon to add picture</a:t>
            </a:r>
            <a:endParaRPr lang="en-US" dirty="0"/>
          </a:p>
        </p:txBody>
      </p:sp>
      <p:sp>
        <p:nvSpPr>
          <p:cNvPr id="12" name="Rectangle 11">
            <a:extLst>
              <a:ext uri="{FF2B5EF4-FFF2-40B4-BE49-F238E27FC236}">
                <a16:creationId xmlns:a16="http://schemas.microsoft.com/office/drawing/2014/main" id="{103AD4F0-8C4C-FC68-2450-06419A6D0131}"/>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2159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A510974D-B222-2876-052D-21F0E075D288}"/>
              </a:ext>
            </a:extLst>
          </p:cNvPr>
          <p:cNvSpPr/>
          <p:nvPr userDrawn="1"/>
        </p:nvSpPr>
        <p:spPr>
          <a:xfrm>
            <a:off x="0" y="0"/>
            <a:ext cx="12192000" cy="4457700"/>
          </a:xfrm>
          <a:custGeom>
            <a:avLst/>
            <a:gdLst>
              <a:gd name="connsiteX0" fmla="*/ 0 w 12192000"/>
              <a:gd name="connsiteY0" fmla="*/ 0 h 4457700"/>
              <a:gd name="connsiteX1" fmla="*/ 12192000 w 12192000"/>
              <a:gd name="connsiteY1" fmla="*/ 0 h 4457700"/>
              <a:gd name="connsiteX2" fmla="*/ 12192000 w 12192000"/>
              <a:gd name="connsiteY2" fmla="*/ 4457700 h 4457700"/>
              <a:gd name="connsiteX3" fmla="*/ 11563350 w 12192000"/>
              <a:gd name="connsiteY3" fmla="*/ 4457700 h 4457700"/>
              <a:gd name="connsiteX4" fmla="*/ 11563350 w 12192000"/>
              <a:gd name="connsiteY4" fmla="*/ 685800 h 4457700"/>
              <a:gd name="connsiteX5" fmla="*/ 628650 w 12192000"/>
              <a:gd name="connsiteY5" fmla="*/ 685800 h 4457700"/>
              <a:gd name="connsiteX6" fmla="*/ 628650 w 12192000"/>
              <a:gd name="connsiteY6" fmla="*/ 4457700 h 4457700"/>
              <a:gd name="connsiteX7" fmla="*/ 0 w 12192000"/>
              <a:gd name="connsiteY7" fmla="*/ 4457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4457700">
                <a:moveTo>
                  <a:pt x="0" y="0"/>
                </a:moveTo>
                <a:lnTo>
                  <a:pt x="12192000" y="0"/>
                </a:lnTo>
                <a:lnTo>
                  <a:pt x="12192000" y="4457700"/>
                </a:lnTo>
                <a:lnTo>
                  <a:pt x="11563350" y="4457700"/>
                </a:lnTo>
                <a:lnTo>
                  <a:pt x="11563350" y="685800"/>
                </a:lnTo>
                <a:lnTo>
                  <a:pt x="628650" y="685800"/>
                </a:lnTo>
                <a:lnTo>
                  <a:pt x="628650" y="4457700"/>
                </a:lnTo>
                <a:lnTo>
                  <a:pt x="0" y="44577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978408" y="1143000"/>
            <a:ext cx="10241280" cy="22860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2075688" y="3803904"/>
            <a:ext cx="8046720" cy="9144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Rectangle 15">
            <a:extLst>
              <a:ext uri="{FF2B5EF4-FFF2-40B4-BE49-F238E27FC236}">
                <a16:creationId xmlns:a16="http://schemas.microsoft.com/office/drawing/2014/main" id="{8A1A471A-8A28-B00F-72E9-849D5E6B7257}"/>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3528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BB82FF-5339-5456-4D30-0C2DA7907AAE}"/>
              </a:ext>
            </a:extLst>
          </p:cNvPr>
          <p:cNvSpPr/>
          <p:nvPr userDrawn="1"/>
        </p:nvSpPr>
        <p:spPr>
          <a:xfrm>
            <a:off x="0" y="0"/>
            <a:ext cx="356616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340096" y="1097280"/>
            <a:ext cx="6217920" cy="1828800"/>
          </a:xfrm>
        </p:spPr>
        <p:txBody>
          <a:bodyPr/>
          <a:lstStyle>
            <a:lvl1pPr>
              <a:defRPr sz="3200" spc="3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2C39A257-2366-FF6B-67AD-9342B6B0B682}"/>
              </a:ext>
            </a:extLst>
          </p:cNvPr>
          <p:cNvSpPr>
            <a:spLocks noGrp="1"/>
          </p:cNvSpPr>
          <p:nvPr>
            <p:ph type="pic" sz="quarter" idx="13"/>
          </p:nvPr>
        </p:nvSpPr>
        <p:spPr>
          <a:xfrm>
            <a:off x="1298448" y="1828800"/>
            <a:ext cx="3200400" cy="320040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340096" y="3429000"/>
            <a:ext cx="6217920" cy="2743200"/>
          </a:xfrm>
        </p:spPr>
        <p:txBody>
          <a:bodyPr>
            <a:normAutofit/>
          </a:bodyPr>
          <a:lstStyle>
            <a:lvl1pPr marL="457200">
              <a:spcBef>
                <a:spcPts val="1400"/>
              </a:spcBef>
              <a:buSzPct val="80000"/>
              <a:defRPr cap="all" spc="0" baseline="0"/>
            </a:lvl1pPr>
            <a:lvl2pPr marL="914400">
              <a:buSzPct val="80000"/>
              <a:defRPr spc="0" baseline="0"/>
            </a:lvl2pPr>
            <a:lvl3pPr marL="1371600">
              <a:buSzPct val="80000"/>
              <a:defRPr spc="0" baseline="0"/>
            </a:lvl3pPr>
            <a:lvl4pPr marL="1828800">
              <a:buSzPct val="80000"/>
              <a:defRPr spc="0" baseline="0"/>
            </a:lvl4pPr>
            <a:lvl5pPr marL="2286000">
              <a:buSzPct val="80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cxnSp>
        <p:nvCxnSpPr>
          <p:cNvPr id="5" name="Straight Connector 4">
            <a:extLst>
              <a:ext uri="{FF2B5EF4-FFF2-40B4-BE49-F238E27FC236}">
                <a16:creationId xmlns:a16="http://schemas.microsoft.com/office/drawing/2014/main" id="{ADA4A755-28B6-5A01-94AB-C3CCC4368885}"/>
              </a:ext>
            </a:extLst>
          </p:cNvPr>
          <p:cNvCxnSpPr>
            <a:cxnSpLocks/>
          </p:cNvCxnSpPr>
          <p:nvPr userDrawn="1"/>
        </p:nvCxnSpPr>
        <p:spPr>
          <a:xfrm>
            <a:off x="5340096"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1524000" y="1481328"/>
            <a:ext cx="9144000" cy="3895344"/>
          </a:xfrm>
          <a:solidFill>
            <a:schemeClr val="bg1"/>
          </a:solidFill>
        </p:spPr>
        <p:txBody>
          <a:bodyPr/>
          <a:lstStyle>
            <a:lvl1pPr marL="0" indent="0">
              <a:buNone/>
              <a:defRPr/>
            </a:lvl1pPr>
          </a:lstStyle>
          <a:p>
            <a:r>
              <a:rPr lang="en-US"/>
              <a:t>Click icon to add picture</a:t>
            </a:r>
            <a:endParaRPr lang="en-US" dirty="0"/>
          </a:p>
        </p:txBody>
      </p:sp>
      <p:sp>
        <p:nvSpPr>
          <p:cNvPr id="11" name="Title 1">
            <a:extLst>
              <a:ext uri="{FF2B5EF4-FFF2-40B4-BE49-F238E27FC236}">
                <a16:creationId xmlns:a16="http://schemas.microsoft.com/office/drawing/2014/main" id="{076C4EAC-BBDE-1963-BD72-3BD2A47DC59C}"/>
              </a:ext>
            </a:extLst>
          </p:cNvPr>
          <p:cNvSpPr>
            <a:spLocks noGrp="1"/>
          </p:cNvSpPr>
          <p:nvPr>
            <p:ph type="ctrTitle"/>
          </p:nvPr>
        </p:nvSpPr>
        <p:spPr>
          <a:xfrm>
            <a:off x="1984248" y="1920240"/>
            <a:ext cx="8229600" cy="3017520"/>
          </a:xfrm>
        </p:spPr>
        <p:txBody>
          <a:bodyPr anchor="ctr"/>
          <a:lstStyle>
            <a:lvl1pPr algn="ctr">
              <a:defRPr sz="5400"/>
            </a:lvl1pPr>
          </a:lstStyle>
          <a:p>
            <a:r>
              <a:rPr lang="en-US"/>
              <a:t>Click to edit Master title style</a:t>
            </a:r>
            <a:endParaRPr lang="en-US" dirty="0"/>
          </a:p>
        </p:txBody>
      </p:sp>
    </p:spTree>
    <p:extLst>
      <p:ext uri="{BB962C8B-B14F-4D97-AF65-F5344CB8AC3E}">
        <p14:creationId xmlns:p14="http://schemas.microsoft.com/office/powerpoint/2010/main" val="241548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BCF04C-49F6-66E8-41A0-B3C371944EA1}"/>
              </a:ext>
            </a:extLst>
          </p:cNvPr>
          <p:cNvSpPr/>
          <p:nvPr userDrawn="1"/>
        </p:nvSpPr>
        <p:spPr>
          <a:xfrm>
            <a:off x="6705600" y="0"/>
            <a:ext cx="5486400" cy="6858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3931920"/>
            <a:ext cx="5029200" cy="1828800"/>
          </a:xfrm>
        </p:spPr>
        <p:txBody>
          <a:bodyPr anchor="b" anchorCtr="0"/>
          <a:lstStyle>
            <a:lvl1pPr>
              <a:defRPr sz="32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DDE351D0-FB9C-3473-AF28-52927741728E}"/>
              </a:ext>
            </a:extLst>
          </p:cNvPr>
          <p:cNvSpPr>
            <a:spLocks noGrp="1"/>
          </p:cNvSpPr>
          <p:nvPr>
            <p:ph type="pic" sz="quarter" idx="14"/>
          </p:nvPr>
        </p:nvSpPr>
        <p:spPr>
          <a:xfrm>
            <a:off x="1280160" y="548640"/>
            <a:ext cx="3017520" cy="3017520"/>
          </a:xfrm>
          <a:prstGeom prst="ellipse">
            <a:avLst/>
          </a:prstGeom>
        </p:spPr>
        <p:txBody>
          <a:bodyPr/>
          <a:lstStyle>
            <a:lvl1pPr marL="0" indent="0">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7205472" y="731520"/>
            <a:ext cx="4306824" cy="5394960"/>
          </a:xfrm>
        </p:spPr>
        <p:txBody>
          <a:bodyPr anchor="b">
            <a:normAutofit/>
          </a:bodyPr>
          <a:lstStyle>
            <a:lvl1pPr marL="457200">
              <a:spcBef>
                <a:spcPts val="1400"/>
              </a:spcBef>
              <a:buClr>
                <a:schemeClr val="tx1"/>
              </a:buClr>
              <a:buSzPct val="80000"/>
              <a:defRPr cap="all" baseline="0"/>
            </a:lvl1pPr>
            <a:lvl2pPr marL="914400">
              <a:buClr>
                <a:schemeClr val="tx1"/>
              </a:buClr>
              <a:buSzPct val="80000"/>
              <a:defRPr/>
            </a:lvl2pPr>
            <a:lvl3pPr marL="1371600">
              <a:buClr>
                <a:schemeClr val="tx1"/>
              </a:buClr>
              <a:buSzPct val="80000"/>
              <a:defRPr/>
            </a:lvl3pPr>
            <a:lvl4pPr marL="1828800">
              <a:buClr>
                <a:schemeClr val="tx1"/>
              </a:buClr>
              <a:buSzPct val="80000"/>
              <a:defRPr/>
            </a:lvl4pPr>
            <a:lvl5pPr marL="2286000">
              <a:buClr>
                <a:schemeClr val="tx1"/>
              </a:buClr>
              <a:buSzPct val="800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10" name="Straight Connector 9">
            <a:extLst>
              <a:ext uri="{FF2B5EF4-FFF2-40B4-BE49-F238E27FC236}">
                <a16:creationId xmlns:a16="http://schemas.microsoft.com/office/drawing/2014/main" id="{C1171EC5-29BE-C106-1E9B-0CBDB598A131}"/>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21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light blu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1">
              <a:lumMod val="20000"/>
              <a:lumOff val="80000"/>
            </a:schemeClr>
          </a:solidFill>
        </p:spPr>
        <p:txBody>
          <a:bodyPr lIns="365760" tIns="365760" rIns="365760" bIns="365760">
            <a:normAutofit/>
          </a:bodyPr>
          <a:lstStyle>
            <a:lvl1pPr marL="457200">
              <a:lnSpc>
                <a:spcPct val="90000"/>
              </a:lnSpc>
              <a:spcBef>
                <a:spcPts val="1400"/>
              </a:spcBef>
              <a:buClr>
                <a:schemeClr val="tx1"/>
              </a:buClr>
              <a:buSzPct val="80000"/>
              <a:defRPr sz="1800"/>
            </a:lvl1pPr>
            <a:lvl2pPr marL="914400">
              <a:lnSpc>
                <a:spcPct val="90000"/>
              </a:lnSpc>
              <a:buClr>
                <a:schemeClr val="tx1"/>
              </a:buClr>
              <a:buSzPct val="80000"/>
              <a:defRPr sz="1600"/>
            </a:lvl2pPr>
            <a:lvl3pPr marL="1371600">
              <a:lnSpc>
                <a:spcPct val="90000"/>
              </a:lnSpc>
              <a:buClr>
                <a:schemeClr val="tx1"/>
              </a:buClr>
              <a:buSzPct val="80000"/>
              <a:defRPr sz="1400"/>
            </a:lvl3pPr>
            <a:lvl4pPr marL="1828800">
              <a:lnSpc>
                <a:spcPct val="90000"/>
              </a:lnSpc>
              <a:buClr>
                <a:schemeClr val="tx1"/>
              </a:buClr>
              <a:buSzPct val="80000"/>
              <a:defRPr sz="1200"/>
            </a:lvl4pPr>
            <a:lvl5pPr marL="2286000">
              <a:lnSpc>
                <a:spcPct val="90000"/>
              </a:lnSpc>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108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5029200" cy="18288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6784848" y="1097280"/>
            <a:ext cx="4572000" cy="182880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1280160" y="3172968"/>
            <a:ext cx="10076688" cy="3108960"/>
          </a:xfrm>
          <a:noFill/>
        </p:spPr>
        <p:txBody>
          <a:bodyPr lIns="0" tIns="0" rIns="0" bIns="0">
            <a:normAutofit/>
          </a:bodyPr>
          <a:lstStyle>
            <a:lvl1pPr marL="457200">
              <a:spcBef>
                <a:spcPts val="1400"/>
              </a:spcBef>
              <a:buSzPct val="80000"/>
              <a:defRPr sz="1800"/>
            </a:lvl1pPr>
            <a:lvl2pPr marL="914400">
              <a:buSzPct val="80000"/>
              <a:defRPr sz="1600"/>
            </a:lvl2pPr>
            <a:lvl3pPr marL="1371600">
              <a:buSzPct val="80000"/>
              <a:defRPr sz="1400"/>
            </a:lvl3pPr>
            <a:lvl4pPr marL="1828800">
              <a:buSzPct val="80000"/>
              <a:defRPr sz="1200"/>
            </a:lvl4pPr>
            <a:lvl5pPr marL="2286000">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7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white">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itle 1">
            <a:extLst>
              <a:ext uri="{FF2B5EF4-FFF2-40B4-BE49-F238E27FC236}">
                <a16:creationId xmlns:a16="http://schemas.microsoft.com/office/drawing/2014/main" id="{89BC2AC2-003C-AACD-1271-F2F8FBE8FD3D}"/>
              </a:ext>
            </a:extLst>
          </p:cNvPr>
          <p:cNvSpPr>
            <a:spLocks noGrp="1"/>
          </p:cNvSpPr>
          <p:nvPr>
            <p:ph type="title"/>
          </p:nvPr>
        </p:nvSpPr>
        <p:spPr>
          <a:xfrm>
            <a:off x="1280160" y="1097280"/>
            <a:ext cx="9820656" cy="914400"/>
          </a:xfrm>
        </p:spPr>
        <p:txBody>
          <a:bodyPr anchor="t" anchorCtr="0"/>
          <a:lstStyle>
            <a:lvl1pPr>
              <a:defRPr sz="32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DD758F50-A87C-F2A1-40E8-08F07081E9C3}"/>
              </a:ext>
            </a:extLst>
          </p:cNvPr>
          <p:cNvSpPr>
            <a:spLocks noGrp="1"/>
          </p:cNvSpPr>
          <p:nvPr>
            <p:ph sz="half" idx="1"/>
          </p:nvPr>
        </p:nvSpPr>
        <p:spPr>
          <a:xfrm>
            <a:off x="1280160" y="2377440"/>
            <a:ext cx="4572000" cy="3429000"/>
          </a:xfrm>
          <a:noFill/>
        </p:spPr>
        <p:txBody>
          <a:bodyPr lIns="0" tIns="0" rIns="0" bIns="0">
            <a:normAutofit/>
          </a:bodyPr>
          <a:lstStyle>
            <a:lvl1pPr marL="228600" indent="-228600">
              <a:lnSpc>
                <a:spcPct val="90000"/>
              </a:lnSpc>
              <a:spcBef>
                <a:spcPts val="1400"/>
              </a:spcBef>
              <a:buSzPct val="80000"/>
              <a:defRPr sz="1800" b="1"/>
            </a:lvl1pPr>
            <a:lvl2pPr marL="457200" indent="0">
              <a:lnSpc>
                <a:spcPct val="90000"/>
              </a:lnSpc>
              <a:spcBef>
                <a:spcPts val="1400"/>
              </a:spcBef>
              <a:buSzPct val="80000"/>
              <a:buNone/>
              <a:defRPr sz="1800"/>
            </a:lvl2pPr>
            <a:lvl3pPr marL="914400">
              <a:lnSpc>
                <a:spcPct val="90000"/>
              </a:lnSpc>
              <a:spcBef>
                <a:spcPts val="1400"/>
              </a:spcBef>
              <a:buSzPct val="80000"/>
              <a:defRPr sz="1800"/>
            </a:lvl3pPr>
            <a:lvl4pPr marL="914400" indent="0">
              <a:lnSpc>
                <a:spcPct val="90000"/>
              </a:lnSpc>
              <a:spcBef>
                <a:spcPts val="1400"/>
              </a:spcBef>
              <a:buSzPct val="80000"/>
              <a:buNone/>
              <a:defRPr sz="1800"/>
            </a:lvl4pPr>
            <a:lvl5pPr marL="1371600">
              <a:lnSpc>
                <a:spcPct val="90000"/>
              </a:lnSpc>
              <a:spcBef>
                <a:spcPts val="1400"/>
              </a:spcBef>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3">
            <a:extLst>
              <a:ext uri="{FF2B5EF4-FFF2-40B4-BE49-F238E27FC236}">
                <a16:creationId xmlns:a16="http://schemas.microsoft.com/office/drawing/2014/main" id="{023B02AB-1DB6-AF79-E1B3-175C76BE57ED}"/>
              </a:ext>
            </a:extLst>
          </p:cNvPr>
          <p:cNvSpPr>
            <a:spLocks noGrp="1"/>
          </p:cNvSpPr>
          <p:nvPr>
            <p:ph sz="half" idx="2"/>
          </p:nvPr>
        </p:nvSpPr>
        <p:spPr>
          <a:xfrm>
            <a:off x="6227064" y="2377440"/>
            <a:ext cx="4645152" cy="3429000"/>
          </a:xfrm>
          <a:noFill/>
        </p:spPr>
        <p:txBody>
          <a:bodyPr lIns="0" tIns="0" rIns="0" bIns="0">
            <a:normAutofit/>
          </a:bodyPr>
          <a:lstStyle>
            <a:lvl1pPr marL="457200">
              <a:spcBef>
                <a:spcPts val="1400"/>
              </a:spcBef>
              <a:buSzPct val="80000"/>
              <a:defRPr sz="1800"/>
            </a:lvl1pPr>
            <a:lvl2pPr marL="914400">
              <a:buSzPct val="80000"/>
              <a:defRPr sz="1800"/>
            </a:lvl2pPr>
            <a:lvl3pPr marL="1371600">
              <a:buSzPct val="80000"/>
              <a:defRPr sz="1800"/>
            </a:lvl3pPr>
            <a:lvl4pPr marL="1828800">
              <a:buSzPct val="80000"/>
              <a:defRPr sz="1800"/>
            </a:lvl4pPr>
            <a:lvl5pPr marL="2286000">
              <a:buSzPct val="8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1" name="Straight Connector 10">
            <a:extLst>
              <a:ext uri="{FF2B5EF4-FFF2-40B4-BE49-F238E27FC236}">
                <a16:creationId xmlns:a16="http://schemas.microsoft.com/office/drawing/2014/main" id="{C2041A78-2CBE-4D73-EF5D-E65139C79DC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2424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Title 1">
            <a:extLst>
              <a:ext uri="{FF2B5EF4-FFF2-40B4-BE49-F238E27FC236}">
                <a16:creationId xmlns:a16="http://schemas.microsoft.com/office/drawing/2014/main" id="{A659BA83-0C6E-2A70-AED3-E386CABE654A}"/>
              </a:ext>
            </a:extLst>
          </p:cNvPr>
          <p:cNvSpPr>
            <a:spLocks noGrp="1"/>
          </p:cNvSpPr>
          <p:nvPr>
            <p:ph type="title"/>
          </p:nvPr>
        </p:nvSpPr>
        <p:spPr>
          <a:xfrm>
            <a:off x="1280160" y="1097280"/>
            <a:ext cx="9601200" cy="914400"/>
          </a:xfrm>
        </p:spPr>
        <p:txBody>
          <a:bodyPr anchor="t" anchorCtr="0"/>
          <a:lstStyle>
            <a:lvl1pPr>
              <a:defRPr sz="3200"/>
            </a:lvl1pPr>
          </a:lstStyle>
          <a:p>
            <a:r>
              <a:rPr lang="en-US"/>
              <a:t>Click to edit Master title style</a:t>
            </a:r>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1280160" y="2377440"/>
            <a:ext cx="9619488" cy="3429000"/>
          </a:xfrm>
        </p:spPr>
        <p:txBody>
          <a:bodyPr/>
          <a:lstStyle>
            <a:lvl1pPr marL="0" indent="0">
              <a:buNone/>
              <a:defRPr/>
            </a:lvl1pPr>
          </a:lstStyle>
          <a:p>
            <a:r>
              <a:rPr lang="en-US"/>
              <a:t>Click icon to add table</a:t>
            </a:r>
            <a:endParaRPr lang="en-US" dirty="0"/>
          </a:p>
        </p:txBody>
      </p:sp>
      <p:cxnSp>
        <p:nvCxnSpPr>
          <p:cNvPr id="7" name="Straight Connector 6">
            <a:extLst>
              <a:ext uri="{FF2B5EF4-FFF2-40B4-BE49-F238E27FC236}">
                <a16:creationId xmlns:a16="http://schemas.microsoft.com/office/drawing/2014/main" id="{5D612406-06E6-DCE4-7F2F-D98836A802A6}"/>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5889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g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1280160" y="1097280"/>
            <a:ext cx="9821955" cy="914400"/>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12801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p:nvPr>
        </p:nvSpPr>
        <p:spPr>
          <a:xfrm>
            <a:off x="6309360" y="2377440"/>
            <a:ext cx="4663440" cy="3566160"/>
          </a:xfrm>
          <a:solidFill>
            <a:schemeClr val="accent4"/>
          </a:solidFill>
        </p:spPr>
        <p:txBody>
          <a:bodyPr lIns="365760" tIns="365760" rIns="365760" bIns="365760">
            <a:normAutofit/>
          </a:bodyPr>
          <a:lstStyle>
            <a:lvl1pPr marL="457200">
              <a:spcBef>
                <a:spcPts val="1400"/>
              </a:spcBef>
              <a:buClr>
                <a:schemeClr val="tx1"/>
              </a:buClr>
              <a:buSzPct val="80000"/>
              <a:defRPr sz="1800" cap="all" baseline="0"/>
            </a:lvl1pPr>
            <a:lvl2pPr marL="914400">
              <a:buClr>
                <a:schemeClr val="tx1"/>
              </a:buClr>
              <a:buSzPct val="80000"/>
              <a:defRPr sz="1600"/>
            </a:lvl2pPr>
            <a:lvl3pPr marL="1371600">
              <a:buClr>
                <a:schemeClr val="tx1"/>
              </a:buClr>
              <a:buSzPct val="80000"/>
              <a:defRPr sz="1400"/>
            </a:lvl3pPr>
            <a:lvl4pPr marL="1828800">
              <a:buClr>
                <a:schemeClr val="tx1"/>
              </a:buClr>
              <a:buSzPct val="80000"/>
              <a:defRPr sz="1200"/>
            </a:lvl4pPr>
            <a:lvl5pPr marL="2286000">
              <a:buClr>
                <a:schemeClr val="tx1"/>
              </a:buClr>
              <a:buSzPct val="80000"/>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8" name="Straight Connector 7">
            <a:extLst>
              <a:ext uri="{FF2B5EF4-FFF2-40B4-BE49-F238E27FC236}">
                <a16:creationId xmlns:a16="http://schemas.microsoft.com/office/drawing/2014/main" id="{941554B7-BB36-76F6-DD79-11088AA69E82}"/>
              </a:ext>
            </a:extLst>
          </p:cNvPr>
          <p:cNvCxnSpPr>
            <a:cxnSpLocks/>
          </p:cNvCxnSpPr>
          <p:nvPr userDrawn="1"/>
        </p:nvCxnSpPr>
        <p:spPr>
          <a:xfrm>
            <a:off x="1295400" y="82296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339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1"/>
        </a:solidFill>
        <a:effectLst/>
      </p:bgPr>
    </p:bg>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841248" y="3163824"/>
            <a:ext cx="10515600" cy="2322576"/>
          </a:xfrm>
          <a:prstGeom prst="rect">
            <a:avLst/>
          </a:prstGeom>
          <a:noFill/>
        </p:spPr>
        <p:txBody>
          <a:bodyPr wrap="square" bIns="0" anchor="ctr">
            <a:noAutofit/>
          </a:bodyPr>
          <a:lstStyle>
            <a:lvl1pPr algn="ct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548640"/>
            <a:ext cx="2286000" cy="2286000"/>
          </a:xfrm>
          <a:prstGeom prst="ellipse">
            <a:avLst/>
          </a:prstGeom>
        </p:spPr>
        <p:txBody>
          <a:bodyPr anchor="t"/>
          <a:lstStyle>
            <a:lvl1pPr marL="0" indent="0" algn="ctr">
              <a:buNone/>
              <a:defRPr sz="1050">
                <a:solidFill>
                  <a:schemeClr val="tx1"/>
                </a:solidFill>
              </a:defRPr>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6044184"/>
            <a:ext cx="9116568" cy="365760"/>
          </a:xfrm>
        </p:spPr>
        <p:txBody>
          <a:bodyPr anchor="t"/>
          <a:lstStyle>
            <a:lvl1pPr marL="0" indent="0" algn="ctr">
              <a:lnSpc>
                <a:spcPct val="90000"/>
              </a:lnSpc>
              <a:spcBef>
                <a:spcPts val="0"/>
              </a:spcBef>
              <a:buNone/>
              <a:defRPr sz="2400" cap="all" baseline="0"/>
            </a:lvl1pPr>
          </a:lstStyle>
          <a:p>
            <a:pPr lvl="0"/>
            <a:r>
              <a:rPr lang="en-US"/>
              <a:t>Click to edit Master text styles</a:t>
            </a:r>
          </a:p>
        </p:txBody>
      </p:sp>
      <p:sp>
        <p:nvSpPr>
          <p:cNvPr id="3" name="Rectangle 2">
            <a:extLst>
              <a:ext uri="{FF2B5EF4-FFF2-40B4-BE49-F238E27FC236}">
                <a16:creationId xmlns:a16="http://schemas.microsoft.com/office/drawing/2014/main" id="{7ECE7D81-1954-1B1F-C0AC-21C85AFD3C1E}"/>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74" r:id="rId3"/>
    <p:sldLayoutId id="2147483675" r:id="rId4"/>
    <p:sldLayoutId id="2147483664" r:id="rId5"/>
    <p:sldLayoutId id="2147483676" r:id="rId6"/>
    <p:sldLayoutId id="2147483677" r:id="rId7"/>
    <p:sldLayoutId id="2147483681" r:id="rId8"/>
    <p:sldLayoutId id="2147483682" r:id="rId9"/>
    <p:sldLayoutId id="2147483683" r:id="rId10"/>
    <p:sldLayoutId id="2147483680" r:id="rId11"/>
    <p:sldLayoutId id="2147483684" r:id="rId12"/>
    <p:sldLayoutId id="2147483673" r:id="rId13"/>
  </p:sldLayoutIdLst>
  <p:hf sldNum="0" hdr="0" ft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457200" algn="l" defTabSz="914400" rtl="0" eaLnBrk="1" latinLnBrk="0" hangingPunct="1">
        <a:lnSpc>
          <a:spcPct val="100000"/>
        </a:lnSpc>
        <a:spcBef>
          <a:spcPts val="1000"/>
        </a:spcBef>
        <a:buClr>
          <a:schemeClr val="accent1"/>
        </a:buClr>
        <a:buFont typeface="Courier New" panose="02070309020205020404" pitchFamily="49" charset="0"/>
        <a:buChar char="o"/>
        <a:defRPr sz="2400" b="0" i="0" kern="1200" cap="none" baseline="0">
          <a:solidFill>
            <a:schemeClr val="tx1"/>
          </a:solidFill>
          <a:latin typeface="+mn-lt"/>
          <a:ea typeface="+mn-ea"/>
          <a:cs typeface="+mn-cs"/>
        </a:defRPr>
      </a:lvl1pPr>
      <a:lvl2pPr marL="685800" indent="-457200" algn="l" defTabSz="914400" rtl="0" eaLnBrk="1" latinLnBrk="0" hangingPunct="1">
        <a:lnSpc>
          <a:spcPct val="100000"/>
        </a:lnSpc>
        <a:spcBef>
          <a:spcPts val="500"/>
        </a:spcBef>
        <a:buClr>
          <a:schemeClr val="accent1"/>
        </a:buClr>
        <a:buFont typeface="Courier New" panose="02070309020205020404" pitchFamily="49" charset="0"/>
        <a:buChar char="o"/>
        <a:defRPr sz="2000" b="0" i="0" kern="1200" baseline="0">
          <a:solidFill>
            <a:schemeClr val="tx1"/>
          </a:solidFill>
          <a:latin typeface="+mn-lt"/>
          <a:ea typeface="+mn-ea"/>
          <a:cs typeface="+mn-cs"/>
        </a:defRPr>
      </a:lvl2pPr>
      <a:lvl3pPr marL="1143000" indent="-457200" algn="l" defTabSz="914400" rtl="0" eaLnBrk="1" latinLnBrk="0" hangingPunct="1">
        <a:lnSpc>
          <a:spcPct val="100000"/>
        </a:lnSpc>
        <a:spcBef>
          <a:spcPts val="500"/>
        </a:spcBef>
        <a:buClr>
          <a:schemeClr val="accent1"/>
        </a:buClr>
        <a:buFont typeface="Courier New" panose="02070309020205020404" pitchFamily="49" charset="0"/>
        <a:buChar char="o"/>
        <a:defRPr sz="1800" b="0" i="0" kern="1200" baseline="0">
          <a:solidFill>
            <a:schemeClr val="tx1"/>
          </a:solidFill>
          <a:latin typeface="+mn-lt"/>
          <a:ea typeface="+mn-ea"/>
          <a:cs typeface="+mn-cs"/>
        </a:defRPr>
      </a:lvl3pPr>
      <a:lvl4pPr marL="1600200" indent="-457200" algn="l" defTabSz="914400" rtl="0" eaLnBrk="1" latinLnBrk="0" hangingPunct="1">
        <a:lnSpc>
          <a:spcPct val="100000"/>
        </a:lnSpc>
        <a:spcBef>
          <a:spcPts val="500"/>
        </a:spcBef>
        <a:buClr>
          <a:schemeClr val="accent1"/>
        </a:buClr>
        <a:buFont typeface="Courier New" panose="02070309020205020404" pitchFamily="49" charset="0"/>
        <a:buChar char="o"/>
        <a:defRPr sz="1600" b="0" i="0" kern="1200" baseline="0">
          <a:solidFill>
            <a:schemeClr val="tx1"/>
          </a:solidFill>
          <a:latin typeface="+mn-lt"/>
          <a:ea typeface="+mn-ea"/>
          <a:cs typeface="+mn-cs"/>
        </a:defRPr>
      </a:lvl4pPr>
      <a:lvl5pPr marL="2057400" indent="-457200" algn="l" defTabSz="914400" rtl="0" eaLnBrk="1" latinLnBrk="0" hangingPunct="1">
        <a:lnSpc>
          <a:spcPct val="100000"/>
        </a:lnSpc>
        <a:spcBef>
          <a:spcPts val="500"/>
        </a:spcBef>
        <a:buClr>
          <a:schemeClr val="accent1"/>
        </a:buClr>
        <a:buFont typeface="Courier New" panose="02070309020205020404" pitchFamily="49" charset="0"/>
        <a:buChar char="o"/>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5E10E9-9AB7-0642-D4C4-DDFDAB7B5B2C}"/>
              </a:ext>
            </a:extLst>
          </p:cNvPr>
          <p:cNvSpPr>
            <a:spLocks noGrp="1"/>
          </p:cNvSpPr>
          <p:nvPr>
            <p:ph type="title"/>
          </p:nvPr>
        </p:nvSpPr>
        <p:spPr>
          <a:xfrm>
            <a:off x="838200" y="1417320"/>
            <a:ext cx="10515600" cy="4023360"/>
          </a:xfrm>
        </p:spPr>
        <p:txBody>
          <a:bodyPr/>
          <a:lstStyle/>
          <a:p>
            <a:r>
              <a:rPr lang="en-US" dirty="0"/>
              <a:t>Stage </a:t>
            </a:r>
            <a:r>
              <a:rPr lang="en-US"/>
              <a:t>Top bio-containment </a:t>
            </a:r>
            <a:r>
              <a:rPr lang="en-US" dirty="0"/>
              <a:t>with consideration for a BSL-3 Lab</a:t>
            </a: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DB5B9F5-CCD3-E801-9886-CF7A979EA539}"/>
              </a:ext>
            </a:extLst>
          </p:cNvPr>
          <p:cNvSpPr txBox="1"/>
          <p:nvPr/>
        </p:nvSpPr>
        <p:spPr>
          <a:xfrm>
            <a:off x="1243630" y="1859339"/>
            <a:ext cx="4531454" cy="3139321"/>
          </a:xfrm>
          <a:prstGeom prst="rect">
            <a:avLst/>
          </a:prstGeom>
          <a:noFill/>
        </p:spPr>
        <p:txBody>
          <a:bodyPr wrap="square" rtlCol="0">
            <a:spAutoFit/>
          </a:bodyPr>
          <a:lstStyle/>
          <a:p>
            <a:r>
              <a:rPr lang="en-ZA" b="1" dirty="0"/>
              <a:t>The Goal:</a:t>
            </a:r>
          </a:p>
          <a:p>
            <a:pPr marL="285750" indent="-285750">
              <a:buFont typeface="Arial" panose="020B0604020202020204" pitchFamily="34" charset="0"/>
              <a:buChar char="•"/>
            </a:pPr>
            <a:r>
              <a:rPr lang="en-ZA" b="1" dirty="0"/>
              <a:t>Live-Cell Imaging of Microbes in BSL-3 Labs</a:t>
            </a:r>
          </a:p>
          <a:p>
            <a:pPr marL="285750" indent="-285750">
              <a:buFont typeface="Arial" panose="020B0604020202020204" pitchFamily="34" charset="0"/>
              <a:buChar char="•"/>
            </a:pPr>
            <a:r>
              <a:rPr lang="en-ZA" b="1" dirty="0"/>
              <a:t>Low Cost Equipment </a:t>
            </a:r>
          </a:p>
          <a:p>
            <a:pPr marL="285750" indent="-285750">
              <a:buFont typeface="Arial" panose="020B0604020202020204" pitchFamily="34" charset="0"/>
              <a:buChar char="•"/>
            </a:pPr>
            <a:r>
              <a:rPr lang="en-ZA" b="1" dirty="0"/>
              <a:t>Stage-Top Incubator Format</a:t>
            </a:r>
          </a:p>
          <a:p>
            <a:endParaRPr lang="en-ZA" b="1" dirty="0"/>
          </a:p>
          <a:p>
            <a:r>
              <a:rPr lang="en-ZA" b="1" dirty="0"/>
              <a:t>The Problem:</a:t>
            </a:r>
          </a:p>
          <a:p>
            <a:pPr marL="285750" indent="-285750">
              <a:buFont typeface="Arial" panose="020B0604020202020204" pitchFamily="34" charset="0"/>
              <a:buChar char="•"/>
            </a:pPr>
            <a:r>
              <a:rPr lang="en-ZA" b="1" dirty="0"/>
              <a:t>Commercial Incubators not BSL-3 Containment viable</a:t>
            </a:r>
          </a:p>
          <a:p>
            <a:pPr marL="285750" indent="-285750">
              <a:buFont typeface="Arial" panose="020B0604020202020204" pitchFamily="34" charset="0"/>
              <a:buChar char="•"/>
            </a:pPr>
            <a:r>
              <a:rPr lang="en-ZA" b="1" dirty="0"/>
              <a:t>Commercial Incubators not Suitable for Autoclave Sterilisation</a:t>
            </a:r>
          </a:p>
          <a:p>
            <a:pPr marL="285750" indent="-285750">
              <a:buFont typeface="Arial" panose="020B0604020202020204" pitchFamily="34" charset="0"/>
              <a:buChar char="•"/>
            </a:pPr>
            <a:r>
              <a:rPr lang="en-ZA" b="1" dirty="0"/>
              <a:t>Commercial Incubators are Costly</a:t>
            </a:r>
          </a:p>
        </p:txBody>
      </p:sp>
      <p:pic>
        <p:nvPicPr>
          <p:cNvPr id="11" name="Picture 10">
            <a:extLst>
              <a:ext uri="{FF2B5EF4-FFF2-40B4-BE49-F238E27FC236}">
                <a16:creationId xmlns:a16="http://schemas.microsoft.com/office/drawing/2014/main" id="{E33E74C7-99AB-786E-B042-51476A2C4847}"/>
              </a:ext>
            </a:extLst>
          </p:cNvPr>
          <p:cNvPicPr>
            <a:picLocks noChangeAspect="1"/>
          </p:cNvPicPr>
          <p:nvPr/>
        </p:nvPicPr>
        <p:blipFill>
          <a:blip r:embed="rId3"/>
          <a:stretch>
            <a:fillRect/>
          </a:stretch>
        </p:blipFill>
        <p:spPr>
          <a:xfrm>
            <a:off x="5588656" y="2030819"/>
            <a:ext cx="5968402" cy="2425235"/>
          </a:xfrm>
          <a:prstGeom prst="rect">
            <a:avLst/>
          </a:prstGeom>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1280160" y="1097280"/>
            <a:ext cx="9821955" cy="914400"/>
          </a:xfrm>
          <a:noFill/>
        </p:spPr>
        <p:txBody>
          <a:bodyPr anchor="t" anchorCtr="0"/>
          <a:lstStyle/>
          <a:p>
            <a:r>
              <a:rPr lang="en-US" dirty="0"/>
              <a:t>The  project goal</a:t>
            </a:r>
          </a:p>
        </p:txBody>
      </p:sp>
      <p:sp>
        <p:nvSpPr>
          <p:cNvPr id="3" name="Content Placeholder 2">
            <a:extLst>
              <a:ext uri="{FF2B5EF4-FFF2-40B4-BE49-F238E27FC236}">
                <a16:creationId xmlns:a16="http://schemas.microsoft.com/office/drawing/2014/main" id="{68A5FD2B-E3E5-1C2B-0151-21F216B14A33}"/>
              </a:ext>
            </a:extLst>
          </p:cNvPr>
          <p:cNvSpPr>
            <a:spLocks noGrp="1"/>
          </p:cNvSpPr>
          <p:nvPr>
            <p:ph sz="half" idx="1"/>
          </p:nvPr>
        </p:nvSpPr>
        <p:spPr>
          <a:xfrm>
            <a:off x="1280160" y="2377440"/>
            <a:ext cx="4663440" cy="3566160"/>
          </a:xfrm>
          <a:solidFill>
            <a:schemeClr val="accent1">
              <a:lumMod val="20000"/>
              <a:lumOff val="80000"/>
            </a:schemeClr>
          </a:solidFill>
        </p:spPr>
        <p:txBody>
          <a:bodyPr vert="horz" lIns="365760" tIns="365760" rIns="365760" bIns="365760" rtlCol="0" anchor="t">
            <a:noAutofit/>
          </a:bodyPr>
          <a:lstStyle/>
          <a:p>
            <a:pPr marL="0" indent="0">
              <a:buNone/>
            </a:pPr>
            <a:r>
              <a:rPr lang="en-US" dirty="0"/>
              <a:t>Immediate Goals</a:t>
            </a:r>
          </a:p>
          <a:p>
            <a:r>
              <a:rPr lang="en-US" dirty="0"/>
              <a:t>Determine feasibility of designing a Stage-Top Incubator suitable for BSL-3</a:t>
            </a:r>
          </a:p>
          <a:p>
            <a:r>
              <a:rPr lang="en-US" dirty="0"/>
              <a:t>Identify basic specifications required for the design of a BSL-3 Incubator</a:t>
            </a:r>
          </a:p>
          <a:p>
            <a:pPr marL="0" indent="0">
              <a:buNone/>
            </a:pPr>
            <a:endParaRPr lang="en-US" dirty="0"/>
          </a:p>
          <a:p>
            <a:endParaRPr lang="en-US" dirty="0"/>
          </a:p>
        </p:txBody>
      </p:sp>
      <p:sp>
        <p:nvSpPr>
          <p:cNvPr id="4" name="Content Placeholder 3">
            <a:extLst>
              <a:ext uri="{FF2B5EF4-FFF2-40B4-BE49-F238E27FC236}">
                <a16:creationId xmlns:a16="http://schemas.microsoft.com/office/drawing/2014/main" id="{ACFBB810-3430-2C29-1AA0-9744AA0A1AA3}"/>
              </a:ext>
            </a:extLst>
          </p:cNvPr>
          <p:cNvSpPr>
            <a:spLocks noGrp="1"/>
          </p:cNvSpPr>
          <p:nvPr>
            <p:ph sz="half" idx="2"/>
          </p:nvPr>
        </p:nvSpPr>
        <p:spPr>
          <a:xfrm>
            <a:off x="6309360" y="2377440"/>
            <a:ext cx="4663440" cy="3566160"/>
          </a:xfrm>
          <a:solidFill>
            <a:schemeClr val="accent1">
              <a:lumMod val="20000"/>
              <a:lumOff val="80000"/>
            </a:schemeClr>
          </a:solidFill>
        </p:spPr>
        <p:txBody>
          <a:bodyPr vert="horz" lIns="365760" tIns="365760" rIns="365760" bIns="365760" rtlCol="0" anchor="t">
            <a:noAutofit/>
          </a:bodyPr>
          <a:lstStyle/>
          <a:p>
            <a:pPr marL="0" indent="0">
              <a:buNone/>
            </a:pPr>
            <a:r>
              <a:rPr lang="en-US" dirty="0"/>
              <a:t>Future Goals</a:t>
            </a:r>
          </a:p>
          <a:p>
            <a:r>
              <a:rPr lang="en-US" dirty="0"/>
              <a:t>Design and prototype a temperature controlled incubator that can operate in a BSL-3 lab.</a:t>
            </a:r>
          </a:p>
          <a:p>
            <a:r>
              <a:rPr lang="en-US" dirty="0"/>
              <a:t>Determine feasibility of including CO2/O2 concentration control</a:t>
            </a:r>
          </a:p>
          <a:p>
            <a:pPr marL="0" indent="0">
              <a:buNone/>
            </a:pPr>
            <a:endParaRPr lang="en-US" dirty="0"/>
          </a:p>
        </p:txBody>
      </p:sp>
    </p:spTree>
    <p:extLst>
      <p:ext uri="{BB962C8B-B14F-4D97-AF65-F5344CB8AC3E}">
        <p14:creationId xmlns:p14="http://schemas.microsoft.com/office/powerpoint/2010/main" val="837402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841248" y="2697480"/>
            <a:ext cx="10515600" cy="2606040"/>
          </a:xfrm>
          <a:noFill/>
        </p:spPr>
        <p:txBody>
          <a:bodyPr anchor="ctr" anchorCtr="0">
            <a:noAutofit/>
          </a:bodyPr>
          <a:lstStyle/>
          <a:p>
            <a:r>
              <a:rPr lang="en-US" dirty="0"/>
              <a:t>About us</a:t>
            </a:r>
          </a:p>
        </p:txBody>
      </p:sp>
      <p:sp>
        <p:nvSpPr>
          <p:cNvPr id="3" name="Subtitle 2">
            <a:extLst>
              <a:ext uri="{FF2B5EF4-FFF2-40B4-BE49-F238E27FC236}">
                <a16:creationId xmlns:a16="http://schemas.microsoft.com/office/drawing/2014/main" id="{72446868-83F0-CEEF-5E60-6D55C93B523F}"/>
              </a:ext>
            </a:extLst>
          </p:cNvPr>
          <p:cNvSpPr>
            <a:spLocks noGrp="1"/>
          </p:cNvSpPr>
          <p:nvPr>
            <p:ph type="subTitle" idx="1"/>
          </p:nvPr>
        </p:nvSpPr>
        <p:spPr>
          <a:xfrm>
            <a:off x="841248" y="6044184"/>
            <a:ext cx="10515600" cy="457200"/>
          </a:xfrm>
          <a:noFill/>
        </p:spPr>
        <p:txBody>
          <a:bodyPr>
            <a:normAutofit/>
          </a:bodyPr>
          <a:lstStyle/>
          <a:p>
            <a:r>
              <a:rPr lang="en-US" dirty="0"/>
              <a:t>Aiming to revolutionize industries through our forward-thinking solutions</a:t>
            </a:r>
          </a:p>
        </p:txBody>
      </p:sp>
      <p:pic>
        <p:nvPicPr>
          <p:cNvPr id="10" name="Picture Placeholder 9" descr="Close up of bubbles">
            <a:extLst>
              <a:ext uri="{FF2B5EF4-FFF2-40B4-BE49-F238E27FC236}">
                <a16:creationId xmlns:a16="http://schemas.microsoft.com/office/drawing/2014/main" id="{99058E17-80B3-F3F9-AF6A-0518C39D940F}"/>
              </a:ext>
            </a:extLst>
          </p:cNvPr>
          <p:cNvPicPr>
            <a:picLocks noGrp="1" noChangeAspect="1"/>
          </p:cNvPicPr>
          <p:nvPr>
            <p:ph type="pic" sz="quarter" idx="13"/>
          </p:nvPr>
        </p:nvPicPr>
        <p:blipFill>
          <a:blip r:embed="rId2"/>
          <a:srcRect l="83" r="83"/>
          <a:stretch/>
        </p:blipFill>
        <p:spPr>
          <a:xfrm>
            <a:off x="0" y="0"/>
            <a:ext cx="12188952" cy="2368296"/>
          </a:xfrm>
        </p:spPr>
      </p:pic>
    </p:spTree>
    <p:extLst>
      <p:ext uri="{BB962C8B-B14F-4D97-AF65-F5344CB8AC3E}">
        <p14:creationId xmlns:p14="http://schemas.microsoft.com/office/powerpoint/2010/main" val="1008037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978408" y="1143000"/>
            <a:ext cx="10241280" cy="2286000"/>
          </a:xfrm>
          <a:noFill/>
        </p:spPr>
        <p:txBody>
          <a:bodyPr anchor="b" anchorCtr="0"/>
          <a:lstStyle/>
          <a:p>
            <a:r>
              <a:rPr lang="en-US" dirty="0"/>
              <a:t>Product overview</a:t>
            </a:r>
          </a:p>
        </p:txBody>
      </p:sp>
      <p:sp>
        <p:nvSpPr>
          <p:cNvPr id="3" name="Subtitle 2">
            <a:extLst>
              <a:ext uri="{FF2B5EF4-FFF2-40B4-BE49-F238E27FC236}">
                <a16:creationId xmlns:a16="http://schemas.microsoft.com/office/drawing/2014/main" id="{FEECEBD4-35BF-26BB-D438-DA43EBD5EE89}"/>
              </a:ext>
            </a:extLst>
          </p:cNvPr>
          <p:cNvSpPr>
            <a:spLocks noGrp="1"/>
          </p:cNvSpPr>
          <p:nvPr>
            <p:ph type="subTitle" idx="1"/>
          </p:nvPr>
        </p:nvSpPr>
        <p:spPr>
          <a:xfrm>
            <a:off x="2075688" y="3803904"/>
            <a:ext cx="8046720" cy="914400"/>
          </a:xfrm>
          <a:noFill/>
        </p:spPr>
        <p:txBody>
          <a:bodyPr>
            <a:normAutofit/>
          </a:bodyPr>
          <a:lstStyle/>
          <a:p>
            <a:r>
              <a:rPr lang="en-US" dirty="0"/>
              <a:t>Combining functionality and user-friendliness, we empower users to streamline operations and boost efficiency</a:t>
            </a:r>
          </a:p>
        </p:txBody>
      </p:sp>
    </p:spTree>
    <p:extLst>
      <p:ext uri="{BB962C8B-B14F-4D97-AF65-F5344CB8AC3E}">
        <p14:creationId xmlns:p14="http://schemas.microsoft.com/office/powerpoint/2010/main" val="435195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340096" y="1097280"/>
            <a:ext cx="6217920" cy="1828800"/>
          </a:xfrm>
          <a:noFill/>
        </p:spPr>
        <p:txBody>
          <a:bodyPr/>
          <a:lstStyle/>
          <a:p>
            <a:r>
              <a:rPr lang="en-US" dirty="0"/>
              <a:t>Product benefits</a:t>
            </a:r>
          </a:p>
        </p:txBody>
      </p:sp>
      <p:pic>
        <p:nvPicPr>
          <p:cNvPr id="16" name="Picture Placeholder 15" descr="Pipette over three glass jars">
            <a:extLst>
              <a:ext uri="{FF2B5EF4-FFF2-40B4-BE49-F238E27FC236}">
                <a16:creationId xmlns:a16="http://schemas.microsoft.com/office/drawing/2014/main" id="{363B2CE7-DE69-D368-9719-08D0C83ABC06}"/>
              </a:ext>
            </a:extLst>
          </p:cNvPr>
          <p:cNvPicPr>
            <a:picLocks noGrp="1" noChangeAspect="1"/>
          </p:cNvPicPr>
          <p:nvPr>
            <p:ph type="pic" sz="quarter" idx="13"/>
          </p:nvPr>
        </p:nvPicPr>
        <p:blipFill>
          <a:blip r:embed="rId2"/>
          <a:srcRect/>
          <a:stretch/>
        </p:blipFill>
        <p:spPr>
          <a:xfrm>
            <a:off x="1298448" y="1828800"/>
            <a:ext cx="3200400" cy="3200400"/>
          </a:xfrm>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340096" y="3429000"/>
            <a:ext cx="6217920" cy="2743200"/>
          </a:xfrm>
          <a:noFill/>
        </p:spPr>
        <p:txBody>
          <a:bodyPr/>
          <a:lstStyle/>
          <a:p>
            <a:r>
              <a:rPr lang="en-US" dirty="0"/>
              <a:t>Increased productivity</a:t>
            </a:r>
          </a:p>
          <a:p>
            <a:r>
              <a:rPr lang="en-US" dirty="0"/>
              <a:t>Seamless integration</a:t>
            </a:r>
          </a:p>
          <a:p>
            <a:r>
              <a:rPr lang="en-US" dirty="0"/>
              <a:t>Enhanced user experience</a:t>
            </a:r>
          </a:p>
          <a:p>
            <a:r>
              <a:rPr lang="en-US" dirty="0"/>
              <a:t>Scalability for future growth</a:t>
            </a:r>
          </a:p>
          <a:p>
            <a:r>
              <a:rPr lang="en-US" dirty="0"/>
              <a:t>User-friendly learning</a:t>
            </a:r>
          </a:p>
        </p:txBody>
      </p:sp>
    </p:spTree>
    <p:extLst>
      <p:ext uri="{BB962C8B-B14F-4D97-AF65-F5344CB8AC3E}">
        <p14:creationId xmlns:p14="http://schemas.microsoft.com/office/powerpoint/2010/main" val="366667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pic>
        <p:nvPicPr>
          <p:cNvPr id="8" name="Picture Placeholder 7" descr="White DNA structure">
            <a:extLst>
              <a:ext uri="{FF2B5EF4-FFF2-40B4-BE49-F238E27FC236}">
                <a16:creationId xmlns:a16="http://schemas.microsoft.com/office/drawing/2014/main" id="{DC23EB2B-2285-3C42-31D8-4D87E34CF22C}"/>
              </a:ext>
            </a:extLst>
          </p:cNvPr>
          <p:cNvPicPr>
            <a:picLocks noGrp="1" noChangeAspect="1"/>
          </p:cNvPicPr>
          <p:nvPr>
            <p:ph type="pic" sz="quarter" idx="13"/>
          </p:nvPr>
        </p:nvPicPr>
        <p:blipFill>
          <a:blip r:embed="rId2"/>
          <a:srcRect l="5" r="5"/>
          <a:stretch/>
        </p:blipFill>
        <p:spPr>
          <a:xfrm>
            <a:off x="1524000" y="1481328"/>
            <a:ext cx="9144000" cy="3895344"/>
          </a:xfrm>
        </p:spPr>
      </p:pic>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984248" y="1920240"/>
            <a:ext cx="8229600" cy="3017520"/>
          </a:xfrm>
          <a:noFill/>
        </p:spPr>
        <p:txBody>
          <a:bodyPr anchor="ctr" anchorCtr="0"/>
          <a:lstStyle/>
          <a:p>
            <a:r>
              <a:rPr lang="en-US" dirty="0"/>
              <a:t>Market overview</a:t>
            </a:r>
          </a:p>
        </p:txBody>
      </p:sp>
    </p:spTree>
    <p:extLst>
      <p:ext uri="{BB962C8B-B14F-4D97-AF65-F5344CB8AC3E}">
        <p14:creationId xmlns:p14="http://schemas.microsoft.com/office/powerpoint/2010/main" val="3058085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1280160" y="3931920"/>
            <a:ext cx="5029200" cy="1828800"/>
          </a:xfrm>
          <a:noFill/>
        </p:spPr>
        <p:txBody>
          <a:bodyPr/>
          <a:lstStyle/>
          <a:p>
            <a:r>
              <a:rPr lang="en-US" dirty="0"/>
              <a:t>market comparison</a:t>
            </a:r>
          </a:p>
        </p:txBody>
      </p:sp>
      <p:pic>
        <p:nvPicPr>
          <p:cNvPr id="6" name="Picture Placeholder 17" descr="Scientist looking at a test tube">
            <a:extLst>
              <a:ext uri="{FF2B5EF4-FFF2-40B4-BE49-F238E27FC236}">
                <a16:creationId xmlns:a16="http://schemas.microsoft.com/office/drawing/2014/main" id="{23F775E2-246C-F1D2-C3A0-D4C55F65CC8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26" b="26"/>
          <a:stretch/>
        </p:blipFill>
        <p:spPr>
          <a:xfrm>
            <a:off x="1280160" y="548640"/>
            <a:ext cx="3017520" cy="3017520"/>
          </a:xfrm>
        </p:spPr>
      </p:pic>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7205472" y="731520"/>
            <a:ext cx="4306824" cy="5394960"/>
          </a:xfrm>
          <a:noFill/>
        </p:spPr>
        <p:txBody>
          <a:bodyPr vert="horz" lIns="91440" tIns="45720" rIns="91440" bIns="45720" rtlCol="0" anchor="b" anchorCtr="0">
            <a:noAutofit/>
          </a:bodyPr>
          <a:lstStyle/>
          <a:p>
            <a:r>
              <a:rPr lang="en-US" dirty="0"/>
              <a:t>Stands out in market</a:t>
            </a:r>
          </a:p>
          <a:p>
            <a:r>
              <a:rPr lang="en-US" dirty="0"/>
              <a:t>Innovative features</a:t>
            </a:r>
          </a:p>
          <a:p>
            <a:r>
              <a:rPr lang="en-US" dirty="0"/>
              <a:t>Provides unique solution</a:t>
            </a:r>
          </a:p>
          <a:p>
            <a:r>
              <a:rPr lang="en-US" dirty="0"/>
              <a:t>Edge over competitors</a:t>
            </a:r>
          </a:p>
          <a:p>
            <a:r>
              <a:rPr lang="en-US" dirty="0"/>
              <a:t>User-focused design</a:t>
            </a:r>
          </a:p>
          <a:p>
            <a:r>
              <a:rPr lang="en-US" dirty="0"/>
              <a:t>Prioritizes user experience</a:t>
            </a:r>
          </a:p>
        </p:txBody>
      </p:sp>
    </p:spTree>
    <p:extLst>
      <p:ext uri="{BB962C8B-B14F-4D97-AF65-F5344CB8AC3E}">
        <p14:creationId xmlns:p14="http://schemas.microsoft.com/office/powerpoint/2010/main" val="273724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280160" y="1097280"/>
            <a:ext cx="5029200" cy="1828800"/>
          </a:xfrm>
          <a:noFill/>
        </p:spPr>
        <p:txBody>
          <a:bodyPr anchor="t" anchorCtr="0"/>
          <a:lstStyle/>
          <a:p>
            <a:r>
              <a:rPr lang="en-US" dirty="0"/>
              <a:t>Growth strategy</a:t>
            </a:r>
          </a:p>
        </p:txBody>
      </p:sp>
      <p:sp>
        <p:nvSpPr>
          <p:cNvPr id="3" name="Content Placeholder 2">
            <a:extLst>
              <a:ext uri="{FF2B5EF4-FFF2-40B4-BE49-F238E27FC236}">
                <a16:creationId xmlns:a16="http://schemas.microsoft.com/office/drawing/2014/main" id="{FACE640F-7F5A-BDB7-205D-765FA80B6796}"/>
              </a:ext>
            </a:extLst>
          </p:cNvPr>
          <p:cNvSpPr>
            <a:spLocks noGrp="1"/>
          </p:cNvSpPr>
          <p:nvPr>
            <p:ph sz="half" idx="1"/>
          </p:nvPr>
        </p:nvSpPr>
        <p:spPr>
          <a:xfrm>
            <a:off x="6784848" y="1097280"/>
            <a:ext cx="4572000" cy="1828800"/>
          </a:xfrm>
          <a:noFill/>
        </p:spPr>
        <p:txBody>
          <a:bodyPr>
            <a:noAutofit/>
          </a:bodyPr>
          <a:lstStyle/>
          <a:p>
            <a:r>
              <a:rPr lang="en-US" dirty="0"/>
              <a:t>Expand market reach through strategic partnerships</a:t>
            </a:r>
          </a:p>
          <a:p>
            <a:r>
              <a:rPr lang="en-US" dirty="0"/>
              <a:t>Enhance product features based on user feedback</a:t>
            </a:r>
          </a:p>
          <a:p>
            <a:r>
              <a:rPr lang="en-US" dirty="0"/>
              <a:t>Explore international market opportunities</a:t>
            </a:r>
          </a:p>
        </p:txBody>
      </p:sp>
      <p:graphicFrame>
        <p:nvGraphicFramePr>
          <p:cNvPr id="5" name="Content Placeholder 4" descr="Basic timeline SmartArt graphic">
            <a:extLst>
              <a:ext uri="{FF2B5EF4-FFF2-40B4-BE49-F238E27FC236}">
                <a16:creationId xmlns:a16="http://schemas.microsoft.com/office/drawing/2014/main" id="{2DA25F38-CDC8-7982-99AE-8D5A8ECABC85}"/>
              </a:ext>
            </a:extLst>
          </p:cNvPr>
          <p:cNvGraphicFramePr>
            <a:graphicFrameLocks noGrp="1"/>
          </p:cNvGraphicFramePr>
          <p:nvPr>
            <p:ph sz="half" idx="2"/>
            <p:extLst>
              <p:ext uri="{D42A27DB-BD31-4B8C-83A1-F6EECF244321}">
                <p14:modId xmlns:p14="http://schemas.microsoft.com/office/powerpoint/2010/main" val="4243408372"/>
              </p:ext>
            </p:extLst>
          </p:nvPr>
        </p:nvGraphicFramePr>
        <p:xfrm>
          <a:off x="1279525" y="3173413"/>
          <a:ext cx="10077450" cy="3108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960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280160" y="1097280"/>
            <a:ext cx="9820656" cy="914400"/>
          </a:xfrm>
          <a:noFill/>
        </p:spPr>
        <p:txBody>
          <a:bodyPr anchor="t" anchorCtr="0"/>
          <a:lstStyle/>
          <a:p>
            <a:r>
              <a:rPr lang="en-US" dirty="0"/>
              <a:t>Traction</a:t>
            </a:r>
          </a:p>
        </p:txBody>
      </p: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1280160" y="2377440"/>
            <a:ext cx="4572000" cy="3429000"/>
          </a:xfrm>
          <a:noFill/>
        </p:spPr>
        <p:txBody>
          <a:bodyPr vert="horz" lIns="91440" tIns="45720" rIns="91440" bIns="45720" rtlCol="0" anchor="t">
            <a:normAutofit/>
          </a:bodyPr>
          <a:lstStyle/>
          <a:p>
            <a:r>
              <a:rPr lang="en-US" dirty="0"/>
              <a:t>Product launch</a:t>
            </a:r>
          </a:p>
          <a:p>
            <a:pPr lvl="1"/>
            <a:r>
              <a:rPr lang="en-US" dirty="0"/>
              <a:t>Successful introduction of our product to market</a:t>
            </a:r>
          </a:p>
          <a:p>
            <a:r>
              <a:rPr lang="en-US" dirty="0"/>
              <a:t>10,000 user milestone</a:t>
            </a:r>
          </a:p>
          <a:p>
            <a:pPr lvl="1"/>
            <a:r>
              <a:rPr lang="en-US" dirty="0"/>
              <a:t>Substantial user base, indicating growing demand</a:t>
            </a:r>
          </a:p>
          <a:p>
            <a:r>
              <a:rPr lang="en-US" dirty="0"/>
              <a:t>Strategic partnership</a:t>
            </a:r>
          </a:p>
          <a:p>
            <a:pPr lvl="1"/>
            <a:r>
              <a:rPr lang="en-US" dirty="0"/>
              <a:t>Expanding market presence and capabilities</a:t>
            </a:r>
          </a:p>
        </p:txBody>
      </p:sp>
      <p:graphicFrame>
        <p:nvGraphicFramePr>
          <p:cNvPr id="3" name="Table Placeholder 2">
            <a:extLst>
              <a:ext uri="{FF2B5EF4-FFF2-40B4-BE49-F238E27FC236}">
                <a16:creationId xmlns:a16="http://schemas.microsoft.com/office/drawing/2014/main" id="{B20B0B18-4396-F037-6C24-F75EAFC0EC9D}"/>
              </a:ext>
            </a:extLst>
          </p:cNvPr>
          <p:cNvGraphicFramePr>
            <a:graphicFrameLocks noGrp="1"/>
          </p:cNvGraphicFramePr>
          <p:nvPr>
            <p:ph sz="half" idx="2"/>
            <p:extLst>
              <p:ext uri="{D42A27DB-BD31-4B8C-83A1-F6EECF244321}">
                <p14:modId xmlns:p14="http://schemas.microsoft.com/office/powerpoint/2010/main" val="3310461082"/>
              </p:ext>
            </p:extLst>
          </p:nvPr>
        </p:nvGraphicFramePr>
        <p:xfrm>
          <a:off x="6227763" y="2378075"/>
          <a:ext cx="4645024" cy="3429000"/>
        </p:xfrm>
        <a:graphic>
          <a:graphicData uri="http://schemas.openxmlformats.org/drawingml/2006/table">
            <a:tbl>
              <a:tblPr firstRow="1" bandRow="1">
                <a:tableStyleId>{BC89EF96-8CEA-46FF-86C4-4CE0E7609802}</a:tableStyleId>
              </a:tblPr>
              <a:tblGrid>
                <a:gridCol w="3349815">
                  <a:extLst>
                    <a:ext uri="{9D8B030D-6E8A-4147-A177-3AD203B41FA5}">
                      <a16:colId xmlns:a16="http://schemas.microsoft.com/office/drawing/2014/main" val="4076170109"/>
                    </a:ext>
                  </a:extLst>
                </a:gridCol>
                <a:gridCol w="1295209">
                  <a:extLst>
                    <a:ext uri="{9D8B030D-6E8A-4147-A177-3AD203B41FA5}">
                      <a16:colId xmlns:a16="http://schemas.microsoft.com/office/drawing/2014/main" val="1858434544"/>
                    </a:ext>
                  </a:extLst>
                </a:gridCol>
              </a:tblGrid>
              <a:tr h="685800">
                <a:tc>
                  <a:txBody>
                    <a:bodyPr/>
                    <a:lstStyle/>
                    <a:p>
                      <a:pPr algn="ctr"/>
                      <a:r>
                        <a:rPr lang="en-US" sz="2400" dirty="0"/>
                        <a:t>Milestone</a:t>
                      </a:r>
                    </a:p>
                  </a:txBody>
                  <a:tcPr anchor="ctr"/>
                </a:tc>
                <a:tc>
                  <a:txBody>
                    <a:bodyPr/>
                    <a:lstStyle/>
                    <a:p>
                      <a:pPr algn="ctr"/>
                      <a:r>
                        <a:rPr lang="en-US" sz="2400" dirty="0"/>
                        <a:t>Quarter</a:t>
                      </a:r>
                    </a:p>
                  </a:txBody>
                  <a:tcPr anchor="ctr"/>
                </a:tc>
                <a:extLst>
                  <a:ext uri="{0D108BD9-81ED-4DB2-BD59-A6C34878D82A}">
                    <a16:rowId xmlns:a16="http://schemas.microsoft.com/office/drawing/2014/main" val="1527639249"/>
                  </a:ext>
                </a:extLst>
              </a:tr>
              <a:tr h="685800">
                <a:tc>
                  <a:txBody>
                    <a:bodyPr/>
                    <a:lstStyle/>
                    <a:p>
                      <a:pPr algn="ctr"/>
                      <a:r>
                        <a:rPr lang="en-US" dirty="0"/>
                        <a:t>Product launch</a:t>
                      </a:r>
                    </a:p>
                  </a:txBody>
                  <a:tcPr anchor="ctr"/>
                </a:tc>
                <a:tc>
                  <a:txBody>
                    <a:bodyPr/>
                    <a:lstStyle/>
                    <a:p>
                      <a:pPr algn="ctr"/>
                      <a:r>
                        <a:rPr lang="en-US" dirty="0"/>
                        <a:t>Q1</a:t>
                      </a:r>
                    </a:p>
                  </a:txBody>
                  <a:tcPr anchor="ctr"/>
                </a:tc>
                <a:extLst>
                  <a:ext uri="{0D108BD9-81ED-4DB2-BD59-A6C34878D82A}">
                    <a16:rowId xmlns:a16="http://schemas.microsoft.com/office/drawing/2014/main" val="3418955261"/>
                  </a:ext>
                </a:extLst>
              </a:tr>
              <a:tr h="685800">
                <a:tc>
                  <a:txBody>
                    <a:bodyPr/>
                    <a:lstStyle/>
                    <a:p>
                      <a:pPr algn="ctr"/>
                      <a:r>
                        <a:rPr lang="en-US" dirty="0"/>
                        <a:t>10,000 user milestone</a:t>
                      </a:r>
                    </a:p>
                  </a:txBody>
                  <a:tcPr anchor="ctr"/>
                </a:tc>
                <a:tc>
                  <a:txBody>
                    <a:bodyPr/>
                    <a:lstStyle/>
                    <a:p>
                      <a:pPr algn="ctr"/>
                      <a:r>
                        <a:rPr lang="en-US" dirty="0"/>
                        <a:t>Q2</a:t>
                      </a:r>
                    </a:p>
                  </a:txBody>
                  <a:tcPr anchor="ctr"/>
                </a:tc>
                <a:extLst>
                  <a:ext uri="{0D108BD9-81ED-4DB2-BD59-A6C34878D82A}">
                    <a16:rowId xmlns:a16="http://schemas.microsoft.com/office/drawing/2014/main" val="1518902757"/>
                  </a:ext>
                </a:extLst>
              </a:tr>
              <a:tr h="685800">
                <a:tc>
                  <a:txBody>
                    <a:bodyPr/>
                    <a:lstStyle/>
                    <a:p>
                      <a:pPr algn="ctr"/>
                      <a:r>
                        <a:rPr lang="en-US" dirty="0"/>
                        <a:t>Strategic partnership</a:t>
                      </a:r>
                    </a:p>
                  </a:txBody>
                  <a:tcPr anchor="ctr"/>
                </a:tc>
                <a:tc>
                  <a:txBody>
                    <a:bodyPr/>
                    <a:lstStyle/>
                    <a:p>
                      <a:pPr algn="ctr"/>
                      <a:r>
                        <a:rPr lang="en-US" dirty="0"/>
                        <a:t>Q3</a:t>
                      </a:r>
                    </a:p>
                  </a:txBody>
                  <a:tcPr anchor="ctr"/>
                </a:tc>
                <a:extLst>
                  <a:ext uri="{0D108BD9-81ED-4DB2-BD59-A6C34878D82A}">
                    <a16:rowId xmlns:a16="http://schemas.microsoft.com/office/drawing/2014/main" val="2854133869"/>
                  </a:ext>
                </a:extLst>
              </a:tr>
              <a:tr h="685800">
                <a:tc>
                  <a:txBody>
                    <a:bodyPr/>
                    <a:lstStyle/>
                    <a:p>
                      <a:pPr lvl="0" algn="ctr">
                        <a:buNone/>
                      </a:pPr>
                      <a:r>
                        <a:rPr lang="en-US" dirty="0"/>
                        <a:t>Campaign launch</a:t>
                      </a:r>
                    </a:p>
                  </a:txBody>
                  <a:tcPr anchor="ctr"/>
                </a:tc>
                <a:tc>
                  <a:txBody>
                    <a:bodyPr/>
                    <a:lstStyle/>
                    <a:p>
                      <a:pPr algn="ctr"/>
                      <a:r>
                        <a:rPr lang="en-US" dirty="0"/>
                        <a:t>Q4</a:t>
                      </a:r>
                    </a:p>
                  </a:txBody>
                  <a:tcPr anchor="ctr"/>
                </a:tc>
                <a:extLst>
                  <a:ext uri="{0D108BD9-81ED-4DB2-BD59-A6C34878D82A}">
                    <a16:rowId xmlns:a16="http://schemas.microsoft.com/office/drawing/2014/main" val="1780349918"/>
                  </a:ext>
                </a:extLst>
              </a:tr>
            </a:tbl>
          </a:graphicData>
        </a:graphic>
      </p:graphicFrame>
    </p:spTree>
    <p:extLst>
      <p:ext uri="{BB962C8B-B14F-4D97-AF65-F5344CB8AC3E}">
        <p14:creationId xmlns:p14="http://schemas.microsoft.com/office/powerpoint/2010/main" val="4259977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xfrm>
            <a:off x="1280160" y="1097280"/>
            <a:ext cx="9601200" cy="914400"/>
          </a:xfrm>
          <a:noFill/>
        </p:spPr>
        <p:txBody>
          <a:bodyPr anchor="t" anchorCtr="0"/>
          <a:lstStyle/>
          <a:p>
            <a:r>
              <a:rPr lang="en-US" dirty="0"/>
              <a:t>Financials</a:t>
            </a:r>
          </a:p>
        </p:txBody>
      </p:sp>
      <p:graphicFrame>
        <p:nvGraphicFramePr>
          <p:cNvPr id="4" name="Table Placeholder 3">
            <a:extLst>
              <a:ext uri="{FF2B5EF4-FFF2-40B4-BE49-F238E27FC236}">
                <a16:creationId xmlns:a16="http://schemas.microsoft.com/office/drawing/2014/main" id="{3D656E99-B779-DE99-D5CB-E0B0F8C3584C}"/>
              </a:ext>
            </a:extLst>
          </p:cNvPr>
          <p:cNvGraphicFramePr>
            <a:graphicFrameLocks noGrp="1"/>
          </p:cNvGraphicFramePr>
          <p:nvPr>
            <p:ph type="tbl" sz="quarter" idx="13"/>
            <p:extLst>
              <p:ext uri="{D42A27DB-BD31-4B8C-83A1-F6EECF244321}">
                <p14:modId xmlns:p14="http://schemas.microsoft.com/office/powerpoint/2010/main" val="3194512839"/>
              </p:ext>
            </p:extLst>
          </p:nvPr>
        </p:nvGraphicFramePr>
        <p:xfrm>
          <a:off x="1279525" y="2378075"/>
          <a:ext cx="9620248" cy="3429000"/>
        </p:xfrm>
        <a:graphic>
          <a:graphicData uri="http://schemas.openxmlformats.org/drawingml/2006/table">
            <a:tbl>
              <a:tblPr firstRow="1" bandRow="1">
                <a:tableStyleId>{BC89EF96-8CEA-46FF-86C4-4CE0E7609802}</a:tableStyleId>
              </a:tblPr>
              <a:tblGrid>
                <a:gridCol w="2405062">
                  <a:extLst>
                    <a:ext uri="{9D8B030D-6E8A-4147-A177-3AD203B41FA5}">
                      <a16:colId xmlns:a16="http://schemas.microsoft.com/office/drawing/2014/main" val="3909542061"/>
                    </a:ext>
                  </a:extLst>
                </a:gridCol>
                <a:gridCol w="2405062">
                  <a:extLst>
                    <a:ext uri="{9D8B030D-6E8A-4147-A177-3AD203B41FA5}">
                      <a16:colId xmlns:a16="http://schemas.microsoft.com/office/drawing/2014/main" val="3856532422"/>
                    </a:ext>
                  </a:extLst>
                </a:gridCol>
                <a:gridCol w="2405062">
                  <a:extLst>
                    <a:ext uri="{9D8B030D-6E8A-4147-A177-3AD203B41FA5}">
                      <a16:colId xmlns:a16="http://schemas.microsoft.com/office/drawing/2014/main" val="3438228390"/>
                    </a:ext>
                  </a:extLst>
                </a:gridCol>
                <a:gridCol w="2405062">
                  <a:extLst>
                    <a:ext uri="{9D8B030D-6E8A-4147-A177-3AD203B41FA5}">
                      <a16:colId xmlns:a16="http://schemas.microsoft.com/office/drawing/2014/main" val="3737151041"/>
                    </a:ext>
                  </a:extLst>
                </a:gridCol>
              </a:tblGrid>
              <a:tr h="685800">
                <a:tc>
                  <a:txBody>
                    <a:bodyPr/>
                    <a:lstStyle/>
                    <a:p>
                      <a:pPr algn="ctr"/>
                      <a:r>
                        <a:rPr lang="en-US" sz="2400" dirty="0"/>
                        <a:t>Quarter</a:t>
                      </a:r>
                    </a:p>
                  </a:txBody>
                  <a:tcPr anchor="ctr"/>
                </a:tc>
                <a:tc>
                  <a:txBody>
                    <a:bodyPr/>
                    <a:lstStyle/>
                    <a:p>
                      <a:pPr algn="ctr"/>
                      <a:r>
                        <a:rPr lang="en-US" sz="2400" dirty="0"/>
                        <a:t>Revenue ($)</a:t>
                      </a:r>
                    </a:p>
                  </a:txBody>
                  <a:tcPr anchor="ctr"/>
                </a:tc>
                <a:tc>
                  <a:txBody>
                    <a:bodyPr/>
                    <a:lstStyle/>
                    <a:p>
                      <a:pPr algn="ctr"/>
                      <a:r>
                        <a:rPr lang="en-US" sz="2400" dirty="0"/>
                        <a:t>Expenses ($)</a:t>
                      </a:r>
                    </a:p>
                  </a:txBody>
                  <a:tcPr anchor="ctr"/>
                </a:tc>
                <a:tc>
                  <a:txBody>
                    <a:bodyPr/>
                    <a:lstStyle/>
                    <a:p>
                      <a:pPr algn="ctr"/>
                      <a:r>
                        <a:rPr lang="en-US" sz="2400" dirty="0"/>
                        <a:t>Net profit ($)</a:t>
                      </a:r>
                    </a:p>
                  </a:txBody>
                  <a:tcPr anchor="ctr"/>
                </a:tc>
                <a:extLst>
                  <a:ext uri="{0D108BD9-81ED-4DB2-BD59-A6C34878D82A}">
                    <a16:rowId xmlns:a16="http://schemas.microsoft.com/office/drawing/2014/main" val="211601482"/>
                  </a:ext>
                </a:extLst>
              </a:tr>
              <a:tr h="685800">
                <a:tc>
                  <a:txBody>
                    <a:bodyPr/>
                    <a:lstStyle/>
                    <a:p>
                      <a:pPr algn="ctr"/>
                      <a:r>
                        <a:rPr lang="en-US" dirty="0"/>
                        <a:t>Q1</a:t>
                      </a:r>
                    </a:p>
                  </a:txBody>
                  <a:tcPr anchor="ctr"/>
                </a:tc>
                <a:tc>
                  <a:txBody>
                    <a:bodyPr/>
                    <a:lstStyle/>
                    <a:p>
                      <a:pPr algn="ctr"/>
                      <a:r>
                        <a:rPr lang="en-US" dirty="0"/>
                        <a:t>$200,000</a:t>
                      </a:r>
                    </a:p>
                  </a:txBody>
                  <a:tcPr anchor="ctr"/>
                </a:tc>
                <a:tc>
                  <a:txBody>
                    <a:bodyPr/>
                    <a:lstStyle/>
                    <a:p>
                      <a:pPr algn="ctr"/>
                      <a:r>
                        <a:rPr lang="en-US" dirty="0"/>
                        <a:t>$150,000</a:t>
                      </a:r>
                    </a:p>
                  </a:txBody>
                  <a:tcPr anchor="ctr"/>
                </a:tc>
                <a:tc>
                  <a:txBody>
                    <a:bodyPr/>
                    <a:lstStyle/>
                    <a:p>
                      <a:pPr algn="ctr"/>
                      <a:r>
                        <a:rPr lang="en-US" dirty="0"/>
                        <a:t>$50,000</a:t>
                      </a:r>
                    </a:p>
                  </a:txBody>
                  <a:tcPr anchor="ctr"/>
                </a:tc>
                <a:extLst>
                  <a:ext uri="{0D108BD9-81ED-4DB2-BD59-A6C34878D82A}">
                    <a16:rowId xmlns:a16="http://schemas.microsoft.com/office/drawing/2014/main" val="3713753144"/>
                  </a:ext>
                </a:extLst>
              </a:tr>
              <a:tr h="685800">
                <a:tc>
                  <a:txBody>
                    <a:bodyPr/>
                    <a:lstStyle/>
                    <a:p>
                      <a:pPr algn="ctr"/>
                      <a:r>
                        <a:rPr lang="en-US" dirty="0"/>
                        <a:t>Q2</a:t>
                      </a:r>
                    </a:p>
                  </a:txBody>
                  <a:tcPr anchor="ctr"/>
                </a:tc>
                <a:tc>
                  <a:txBody>
                    <a:bodyPr/>
                    <a:lstStyle/>
                    <a:p>
                      <a:pPr algn="ctr"/>
                      <a:r>
                        <a:rPr lang="en-US" dirty="0"/>
                        <a:t>$300,000</a:t>
                      </a:r>
                    </a:p>
                  </a:txBody>
                  <a:tcPr anchor="ctr"/>
                </a:tc>
                <a:tc>
                  <a:txBody>
                    <a:bodyPr/>
                    <a:lstStyle/>
                    <a:p>
                      <a:pPr algn="ctr"/>
                      <a:r>
                        <a:rPr lang="en-US" dirty="0"/>
                        <a:t>$200,000</a:t>
                      </a:r>
                    </a:p>
                  </a:txBody>
                  <a:tcPr anchor="ctr"/>
                </a:tc>
                <a:tc>
                  <a:txBody>
                    <a:bodyPr/>
                    <a:lstStyle/>
                    <a:p>
                      <a:pPr algn="ctr"/>
                      <a:r>
                        <a:rPr lang="en-US" dirty="0"/>
                        <a:t>$100,000</a:t>
                      </a:r>
                    </a:p>
                  </a:txBody>
                  <a:tcPr anchor="ctr"/>
                </a:tc>
                <a:extLst>
                  <a:ext uri="{0D108BD9-81ED-4DB2-BD59-A6C34878D82A}">
                    <a16:rowId xmlns:a16="http://schemas.microsoft.com/office/drawing/2014/main" val="210696092"/>
                  </a:ext>
                </a:extLst>
              </a:tr>
              <a:tr h="685800">
                <a:tc>
                  <a:txBody>
                    <a:bodyPr/>
                    <a:lstStyle/>
                    <a:p>
                      <a:pPr algn="ctr"/>
                      <a:r>
                        <a:rPr lang="en-US" dirty="0"/>
                        <a:t>Q3</a:t>
                      </a:r>
                    </a:p>
                  </a:txBody>
                  <a:tcPr anchor="ctr"/>
                </a:tc>
                <a:tc>
                  <a:txBody>
                    <a:bodyPr/>
                    <a:lstStyle/>
                    <a:p>
                      <a:pPr algn="ctr"/>
                      <a:r>
                        <a:rPr lang="en-US" dirty="0"/>
                        <a:t>$400,000</a:t>
                      </a:r>
                    </a:p>
                  </a:txBody>
                  <a:tcPr anchor="ctr"/>
                </a:tc>
                <a:tc>
                  <a:txBody>
                    <a:bodyPr/>
                    <a:lstStyle/>
                    <a:p>
                      <a:pPr algn="ctr"/>
                      <a:r>
                        <a:rPr lang="en-US" dirty="0"/>
                        <a:t>$250,000</a:t>
                      </a:r>
                    </a:p>
                  </a:txBody>
                  <a:tcPr anchor="ctr"/>
                </a:tc>
                <a:tc>
                  <a:txBody>
                    <a:bodyPr/>
                    <a:lstStyle/>
                    <a:p>
                      <a:pPr algn="ctr"/>
                      <a:r>
                        <a:rPr lang="en-US" dirty="0"/>
                        <a:t>$150,000</a:t>
                      </a:r>
                    </a:p>
                  </a:txBody>
                  <a:tcPr anchor="ctr"/>
                </a:tc>
                <a:extLst>
                  <a:ext uri="{0D108BD9-81ED-4DB2-BD59-A6C34878D82A}">
                    <a16:rowId xmlns:a16="http://schemas.microsoft.com/office/drawing/2014/main" val="1335514058"/>
                  </a:ext>
                </a:extLst>
              </a:tr>
              <a:tr h="685800">
                <a:tc>
                  <a:txBody>
                    <a:bodyPr/>
                    <a:lstStyle/>
                    <a:p>
                      <a:pPr algn="ctr"/>
                      <a:r>
                        <a:rPr lang="en-US" dirty="0"/>
                        <a:t>Q4</a:t>
                      </a:r>
                    </a:p>
                  </a:txBody>
                  <a:tcPr anchor="ctr"/>
                </a:tc>
                <a:tc>
                  <a:txBody>
                    <a:bodyPr/>
                    <a:lstStyle/>
                    <a:p>
                      <a:pPr algn="ctr"/>
                      <a:r>
                        <a:rPr lang="en-US" dirty="0"/>
                        <a:t>$300,000</a:t>
                      </a:r>
                    </a:p>
                  </a:txBody>
                  <a:tcPr anchor="ctr"/>
                </a:tc>
                <a:tc>
                  <a:txBody>
                    <a:bodyPr/>
                    <a:lstStyle/>
                    <a:p>
                      <a:pPr algn="ctr"/>
                      <a:r>
                        <a:rPr lang="en-US" dirty="0"/>
                        <a:t>$200,000</a:t>
                      </a:r>
                    </a:p>
                  </a:txBody>
                  <a:tcPr anchor="ctr"/>
                </a:tc>
                <a:tc>
                  <a:txBody>
                    <a:bodyPr/>
                    <a:lstStyle/>
                    <a:p>
                      <a:pPr algn="ctr"/>
                      <a:r>
                        <a:rPr lang="en-US" dirty="0"/>
                        <a:t>$100,000</a:t>
                      </a:r>
                    </a:p>
                  </a:txBody>
                  <a:tcPr anchor="ctr"/>
                </a:tc>
                <a:extLst>
                  <a:ext uri="{0D108BD9-81ED-4DB2-BD59-A6C34878D82A}">
                    <a16:rowId xmlns:a16="http://schemas.microsoft.com/office/drawing/2014/main" val="2420206096"/>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1280160" y="1097280"/>
            <a:ext cx="9821955" cy="914400"/>
          </a:xfrm>
          <a:noFill/>
        </p:spPr>
        <p:txBody>
          <a:bodyPr anchor="t" anchorCtr="0"/>
          <a:lstStyle/>
          <a:p>
            <a:r>
              <a:rPr lang="en-US" dirty="0"/>
              <a:t>Summary</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
          </p:nvPr>
        </p:nvSpPr>
        <p:spPr>
          <a:xfrm>
            <a:off x="1280160" y="2377440"/>
            <a:ext cx="4663440" cy="3566160"/>
          </a:xfrm>
          <a:solidFill>
            <a:schemeClr val="accent4"/>
          </a:solidFill>
        </p:spPr>
        <p:txBody>
          <a:bodyPr vert="horz" lIns="365760" tIns="365760" rIns="365760" bIns="365760" rtlCol="0" anchor="t">
            <a:normAutofit lnSpcReduction="10000"/>
          </a:bodyPr>
          <a:lstStyle/>
          <a:p>
            <a:r>
              <a:rPr lang="en-US" dirty="0"/>
              <a:t>With this product, Adatum Corporation is positioned for success in the dynamic market. </a:t>
            </a:r>
          </a:p>
          <a:p>
            <a:r>
              <a:rPr lang="en-US" dirty="0"/>
              <a:t>With a focus on innovation, user experience, and strategic growth, we anticipate reaching new heights in the coming year.</a:t>
            </a:r>
          </a:p>
          <a:p>
            <a:r>
              <a:rPr lang="en-US" dirty="0"/>
              <a:t>Our commitment to user satisfaction underscores every aspect of our operations</a:t>
            </a:r>
          </a:p>
        </p:txBody>
      </p:sp>
      <p:sp>
        <p:nvSpPr>
          <p:cNvPr id="4" name="Content Placeholder 3">
            <a:extLst>
              <a:ext uri="{FF2B5EF4-FFF2-40B4-BE49-F238E27FC236}">
                <a16:creationId xmlns:a16="http://schemas.microsoft.com/office/drawing/2014/main" id="{3EE67564-0457-E486-97D0-8109D2C97B3F}"/>
              </a:ext>
            </a:extLst>
          </p:cNvPr>
          <p:cNvSpPr>
            <a:spLocks noGrp="1"/>
          </p:cNvSpPr>
          <p:nvPr>
            <p:ph sz="half" idx="2"/>
          </p:nvPr>
        </p:nvSpPr>
        <p:spPr>
          <a:xfrm>
            <a:off x="6309360" y="2377440"/>
            <a:ext cx="4663440" cy="3566160"/>
          </a:xfrm>
          <a:solidFill>
            <a:schemeClr val="accent4"/>
          </a:solidFill>
        </p:spPr>
        <p:txBody>
          <a:bodyPr vert="horz" lIns="365760" tIns="365760" rIns="365760" bIns="365760" rtlCol="0" anchor="t">
            <a:normAutofit lnSpcReduction="10000"/>
          </a:bodyPr>
          <a:lstStyle/>
          <a:p>
            <a:r>
              <a:rPr lang="en-US" dirty="0"/>
              <a:t>Strong market positioning</a:t>
            </a:r>
          </a:p>
          <a:p>
            <a:r>
              <a:rPr lang="en-US" dirty="0"/>
              <a:t>Robust growth strategy</a:t>
            </a:r>
          </a:p>
          <a:p>
            <a:r>
              <a:rPr lang="en-US" dirty="0"/>
              <a:t>Innovative product development</a:t>
            </a:r>
          </a:p>
          <a:p>
            <a:r>
              <a:rPr lang="en-US" dirty="0"/>
              <a:t>Commitment to user satisfaction</a:t>
            </a:r>
          </a:p>
        </p:txBody>
      </p:sp>
    </p:spTree>
    <p:extLst>
      <p:ext uri="{BB962C8B-B14F-4D97-AF65-F5344CB8AC3E}">
        <p14:creationId xmlns:p14="http://schemas.microsoft.com/office/powerpoint/2010/main" val="643777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E39FA-84F2-3624-49D6-32B9E0363C56}"/>
              </a:ext>
            </a:extLst>
          </p:cNvPr>
          <p:cNvSpPr>
            <a:spLocks noGrp="1"/>
          </p:cNvSpPr>
          <p:nvPr>
            <p:ph type="title"/>
          </p:nvPr>
        </p:nvSpPr>
        <p:spPr>
          <a:xfrm>
            <a:off x="841248" y="3163824"/>
            <a:ext cx="10515600" cy="2322576"/>
          </a:xfrm>
          <a:noFill/>
        </p:spPr>
        <p:txBody>
          <a:bodyPr bIns="0" anchor="ctr" anchorCtr="0"/>
          <a:lstStyle/>
          <a:p>
            <a:r>
              <a:rPr lang="en-US" dirty="0"/>
              <a:t>Thank you</a:t>
            </a:r>
          </a:p>
        </p:txBody>
      </p:sp>
      <p:pic>
        <p:nvPicPr>
          <p:cNvPr id="7" name="Picture Placeholder 25" descr="Bacteria cultured in a petri dish for a laboratory or a scientific investigation">
            <a:extLst>
              <a:ext uri="{FF2B5EF4-FFF2-40B4-BE49-F238E27FC236}">
                <a16:creationId xmlns:a16="http://schemas.microsoft.com/office/drawing/2014/main" id="{F46DA087-2662-0725-53F9-CF835D1DC8F1}"/>
              </a:ext>
            </a:extLst>
          </p:cNvPr>
          <p:cNvPicPr>
            <a:picLocks noGrp="1" noChangeAspect="1"/>
          </p:cNvPicPr>
          <p:nvPr>
            <p:ph type="pic" sz="quarter" idx="13"/>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74" r="74"/>
          <a:stretch/>
        </p:blipFill>
        <p:spPr>
          <a:xfrm>
            <a:off x="4953000" y="548640"/>
            <a:ext cx="2286000" cy="2286000"/>
          </a:xfrm>
        </p:spPr>
      </p:pic>
      <p:sp>
        <p:nvSpPr>
          <p:cNvPr id="4" name="Text Placeholder 3">
            <a:extLst>
              <a:ext uri="{FF2B5EF4-FFF2-40B4-BE49-F238E27FC236}">
                <a16:creationId xmlns:a16="http://schemas.microsoft.com/office/drawing/2014/main" id="{A704BCD3-171F-C06E-AC4E-108832525DF4}"/>
              </a:ext>
            </a:extLst>
          </p:cNvPr>
          <p:cNvSpPr>
            <a:spLocks noGrp="1"/>
          </p:cNvSpPr>
          <p:nvPr>
            <p:ph type="body" sz="quarter" idx="14"/>
          </p:nvPr>
        </p:nvSpPr>
        <p:spPr>
          <a:xfrm>
            <a:off x="1572768" y="6044184"/>
            <a:ext cx="9116568" cy="365760"/>
          </a:xfrm>
        </p:spPr>
        <p:txBody>
          <a:bodyPr anchor="t" anchorCtr="0"/>
          <a:lstStyle/>
          <a:p>
            <a:r>
              <a:rPr lang="en-US" dirty="0"/>
              <a:t>Aidyn zhanbolat | Aidyn@adatum.com | www.adatum.com</a:t>
            </a:r>
          </a:p>
        </p:txBody>
      </p:sp>
    </p:spTree>
    <p:extLst>
      <p:ext uri="{BB962C8B-B14F-4D97-AF65-F5344CB8AC3E}">
        <p14:creationId xmlns:p14="http://schemas.microsoft.com/office/powerpoint/2010/main" val="487522735"/>
      </p:ext>
    </p:extLst>
  </p:cSld>
  <p:clrMapOvr>
    <a:masterClrMapping/>
  </p:clrMapOvr>
</p:sld>
</file>

<file path=ppt/theme/theme1.xml><?xml version="1.0" encoding="utf-8"?>
<a:theme xmlns:a="http://schemas.openxmlformats.org/drawingml/2006/main" name="Custom">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 discovery_V1_win32_EF_v4.potx" id="{C76E1CB0-558D-4FB9-AA8B-DAB0BFDB970A}" vid="{87D4F3E9-C3BB-413B-A87E-0B7BB674A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9A734A7-6096-47AA-9737-CDF62701A0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F8397A0-8C35-4EEE-8E61-47C914415B57}">
  <ds:schemaRefs>
    <ds:schemaRef ds:uri="http://schemas.microsoft.com/sharepoint/v3/contenttype/forms"/>
  </ds:schemaRefs>
</ds:datastoreItem>
</file>

<file path=customXml/itemProps3.xml><?xml version="1.0" encoding="utf-8"?>
<ds:datastoreItem xmlns:ds="http://schemas.openxmlformats.org/officeDocument/2006/customXml" ds:itemID="{B881D8D6-8849-400B-8BC9-21D401C7DD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{D90159CB-EEEF-4E69-AC25-241F63A2B37D}tf67061901_win32</Template>
  <TotalTime>0</TotalTime>
  <Words>921</Words>
  <Application>Microsoft Office PowerPoint</Application>
  <PresentationFormat>Widescreen</PresentationFormat>
  <Paragraphs>121</Paragraphs>
  <Slides>13</Slides>
  <Notes>3</Notes>
  <HiddenSlides>10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Courier New</vt:lpstr>
      <vt:lpstr>Daytona Condensed Light</vt:lpstr>
      <vt:lpstr>Posterama</vt:lpstr>
      <vt:lpstr>Custom</vt:lpstr>
      <vt:lpstr>Stage Top bio-containment with consideration for a BSL-3 Lab</vt:lpstr>
      <vt:lpstr>PowerPoint Presentation</vt:lpstr>
      <vt:lpstr>The  project goal</vt:lpstr>
      <vt:lpstr>About us</vt:lpstr>
      <vt:lpstr>Product overview</vt:lpstr>
      <vt:lpstr>Product benefits</vt:lpstr>
      <vt:lpstr>Market overview</vt:lpstr>
      <vt:lpstr>market comparison</vt:lpstr>
      <vt:lpstr>Growth strategy</vt:lpstr>
      <vt:lpstr>Traction</vt:lpstr>
      <vt:lpstr>Financials</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Joab Kloppers</dc:creator>
  <cp:lastModifiedBy>Joab Kloppers</cp:lastModifiedBy>
  <cp:revision>1</cp:revision>
  <dcterms:created xsi:type="dcterms:W3CDTF">2026-01-23T10:53:02Z</dcterms:created>
  <dcterms:modified xsi:type="dcterms:W3CDTF">2026-02-04T11:15:24Z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